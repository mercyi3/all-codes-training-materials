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9" r:id="rId3"/>
    <p:sldId id="260" r:id="rId4"/>
    <p:sldId id="261" r:id="rId5"/>
    <p:sldId id="258" r:id="rId6"/>
    <p:sldId id="262" r:id="rId7"/>
    <p:sldId id="263" r:id="rId8"/>
    <p:sldId id="264" r:id="rId9"/>
    <p:sldId id="25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74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45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48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00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37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7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8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07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733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6848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884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265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1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90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93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16280-493A-4E3E-969C-F691F32CFF5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BB7B0C6-9DC5-41F5-A363-280F29858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93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Email-mercyi@gmail.com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eed.com/career-advice/resume-samples" TargetMode="External"/><Relationship Id="rId2" Type="http://schemas.openxmlformats.org/officeDocument/2006/relationships/hyperlink" Target="https://resumeworded.com/resume-templat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Resume Building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668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075509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What is ATS ?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272938"/>
            <a:ext cx="8596668" cy="329184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ATS – Applicant Tracking System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 used by companies to manage job applications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These systems are designed to filter out unqualified candidates by matching resume content to job descriptions using keywords, skills, and qualifications.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Shortlists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candidates based on keyword match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by most MNCs and corporate companies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75%+ resumes are filtered by ATS before HR sees them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12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is ATS Important? </a:t>
            </a:r>
            <a:r>
              <a:rPr lang="en-US" dirty="0" smtClean="0"/>
              <a:t>Which </a:t>
            </a:r>
            <a:r>
              <a:rPr lang="en-US" dirty="0"/>
              <a:t>Companies Use ATS?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768774" y="1561573"/>
            <a:ext cx="8596668" cy="627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Saves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 for recruiters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Handles thousands of applications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Ranks candidates automatically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Filters based on required skills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resume is not ATS-friendly → it may get rejected automatically.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Seed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Stage (0–10 employees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Early-Stage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Startup (10–50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employees)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Small Company (50–200 employees)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Mid-Size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Company (200–500 employees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Large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Company (500–5000 employees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78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675745" y="1031966"/>
            <a:ext cx="4185623" cy="1254034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How ATS Works?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77730" y="2737245"/>
            <a:ext cx="4185623" cy="3304117"/>
          </a:xfrm>
        </p:spPr>
        <p:txBody>
          <a:bodyPr/>
          <a:lstStyle/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Candidate submits resume online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ATS scans resume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Extracts keywords (skills, job titles, tools)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Matches with job description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Assigns score / ranking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Top resumes go to recruiter</a:t>
            </a:r>
          </a:p>
          <a:p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"/>
          </p:nvPr>
        </p:nvSpPr>
        <p:spPr>
          <a:xfrm>
            <a:off x="5088383" y="1214846"/>
            <a:ext cx="4185618" cy="1071154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en-US" sz="2800" dirty="0"/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ATS</a:t>
            </a:r>
            <a:r>
              <a:rPr lang="en-US" sz="2800" dirty="0"/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Looks</a:t>
            </a:r>
            <a:r>
              <a:rPr lang="en-US" sz="2800" dirty="0"/>
              <a:t> For?</a:t>
            </a:r>
          </a:p>
        </p:txBody>
      </p:sp>
      <p:sp>
        <p:nvSpPr>
          <p:cNvPr id="15" name="Rectangle 1"/>
          <p:cNvSpPr>
            <a:spLocks noGrp="1" noChangeArrowheads="1"/>
          </p:cNvSpPr>
          <p:nvPr>
            <p:ph sz="quarter" idx="4"/>
          </p:nvPr>
        </p:nvSpPr>
        <p:spPr bwMode="auto">
          <a:xfrm>
            <a:off x="4861368" y="2737245"/>
            <a:ext cx="4185617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Job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Title.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Tools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Certifications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Work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Education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Keywords from job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i="0" u="non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i="0" u="non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21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7334" y="418011"/>
            <a:ext cx="8596668" cy="1110343"/>
          </a:xfrm>
        </p:spPr>
        <p:txBody>
          <a:bodyPr/>
          <a:lstStyle/>
          <a:p>
            <a:r>
              <a:rPr lang="en-US" dirty="0" smtClean="0"/>
              <a:t>     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Do’s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✔           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Don’ts</a:t>
            </a:r>
            <a:r>
              <a:rPr lang="en-US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❌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677334" y="1881051"/>
            <a:ext cx="4184035" cy="416031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 page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(0–5 years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experience).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Keep it simple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clean formatting.</a:t>
            </a:r>
          </a:p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Professional font (Calibri, Arial, Helvetica).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Proper spacing and alignment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Use standard Email -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mercyi@gmail.com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Bullet Points (Not Paragraphs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Check spelling, grammar, formatting consistency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089970" y="1881051"/>
            <a:ext cx="4184034" cy="4160311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Religion.</a:t>
            </a:r>
            <a:r>
              <a:rPr lang="en-US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Marital status.</a:t>
            </a:r>
            <a:r>
              <a:rPr lang="en-US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Full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home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address.</a:t>
            </a:r>
            <a:r>
              <a:rPr lang="en-US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Don’t Use Fancy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Fonts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(Comic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Sans,Cursive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fonts)</a:t>
            </a:r>
            <a:r>
              <a:rPr lang="en-US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❌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Images</a:t>
            </a:r>
            <a:r>
              <a:rPr lang="en-US" dirty="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❌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Tables with complex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en-US" dirty="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❌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 inside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graphics</a:t>
            </a:r>
            <a:r>
              <a:rPr lang="en-US" dirty="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❌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Don’t Use “I”, “Me”, “My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marL="400050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(I worked on backend </a:t>
            </a:r>
            <a:r>
              <a:rPr lang="en-US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Worked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 backend development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00050" lvl="1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Ø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84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</a:t>
            </a:r>
            <a:r>
              <a:rPr lang="en-US" dirty="0" smtClean="0"/>
              <a:t>a Resume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85109"/>
            <a:ext cx="8596668" cy="43562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Clear Contact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Full Name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Professional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Phone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LinkedIn (optional but recommended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(optional but recommended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Professional Summary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2–3 lines about who you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Your key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Your career objective</a:t>
            </a:r>
          </a:p>
        </p:txBody>
      </p:sp>
    </p:spTree>
    <p:extLst>
      <p:ext uri="{BB962C8B-B14F-4D97-AF65-F5344CB8AC3E}">
        <p14:creationId xmlns:p14="http://schemas.microsoft.com/office/powerpoint/2010/main" val="354112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271" y="483327"/>
            <a:ext cx="8596668" cy="58584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Relevant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Skills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Technical skills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Soft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Tools &amp;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</a:p>
          <a:p>
            <a:pPr marL="0" indent="0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Work Experience (If Experienced)</a:t>
            </a: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Company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Job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Duration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Achievements (with numbers if possible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/>
              <a:t>Projects (Very Important for Students</a:t>
            </a:r>
            <a:r>
              <a:rPr lang="en-US" b="1" dirty="0" smtClean="0"/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Project </a:t>
            </a:r>
            <a:r>
              <a:rPr lang="en-US" dirty="0" smtClean="0"/>
              <a:t>title</a:t>
            </a:r>
          </a:p>
          <a:p>
            <a:r>
              <a:rPr lang="en-US" dirty="0"/>
              <a:t>Technologies </a:t>
            </a:r>
            <a:r>
              <a:rPr lang="en-US" dirty="0" smtClean="0"/>
              <a:t>used</a:t>
            </a:r>
          </a:p>
          <a:p>
            <a:r>
              <a:rPr lang="en-US" dirty="0"/>
              <a:t>Your </a:t>
            </a:r>
            <a:r>
              <a:rPr lang="en-US" dirty="0" smtClean="0"/>
              <a:t>role</a:t>
            </a:r>
          </a:p>
          <a:p>
            <a:r>
              <a:rPr lang="en-US" dirty="0"/>
              <a:t>Outcome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73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300447"/>
            <a:ext cx="8596668" cy="574091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Degree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Institution name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Year of completion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Percentage/CGPA (if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it above 85-90)</a:t>
            </a: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/>
              <a:t>Certifications (If Any)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Course </a:t>
            </a:r>
            <a:r>
              <a:rPr lang="en-US" dirty="0" smtClean="0"/>
              <a:t>name</a:t>
            </a:r>
          </a:p>
          <a:p>
            <a:r>
              <a:rPr lang="en-US" dirty="0" smtClean="0"/>
              <a:t>Platform</a:t>
            </a:r>
          </a:p>
          <a:p>
            <a:r>
              <a:rPr lang="en-US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4066395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Websites for resume templates.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resumeworded.com/resume-templates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www.indeed.com/career-advice/resume-samples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https://www.resume.com/sample/technology/web-developer/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12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194</TotalTime>
  <Words>425</Words>
  <Application>Microsoft Office PowerPoint</Application>
  <PresentationFormat>Widescreen</PresentationFormat>
  <Paragraphs>107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Trebuchet MS</vt:lpstr>
      <vt:lpstr>Wingdings</vt:lpstr>
      <vt:lpstr>Wingdings 3</vt:lpstr>
      <vt:lpstr>Facet</vt:lpstr>
      <vt:lpstr>Resume Building </vt:lpstr>
      <vt:lpstr>What is ATS ?</vt:lpstr>
      <vt:lpstr>Why is ATS Important? Which Companies Use ATS?</vt:lpstr>
      <vt:lpstr>PowerPoint Presentation</vt:lpstr>
      <vt:lpstr>      Do’s ✔                       Don’ts❌</vt:lpstr>
      <vt:lpstr>Key Features of a Resume</vt:lpstr>
      <vt:lpstr>PowerPoint Presentation</vt:lpstr>
      <vt:lpstr>PowerPoint Presentation</vt:lpstr>
      <vt:lpstr>Websites for resume templates.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Building</dc:title>
  <dc:creator>Admin</dc:creator>
  <cp:lastModifiedBy>Admin</cp:lastModifiedBy>
  <cp:revision>19</cp:revision>
  <dcterms:created xsi:type="dcterms:W3CDTF">2026-02-12T10:09:55Z</dcterms:created>
  <dcterms:modified xsi:type="dcterms:W3CDTF">2026-02-12T13:24:24Z</dcterms:modified>
</cp:coreProperties>
</file>