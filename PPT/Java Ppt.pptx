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3" r:id="rId3"/>
    <p:sldId id="258" r:id="rId4"/>
    <p:sldId id="259" r:id="rId5"/>
    <p:sldId id="377" r:id="rId6"/>
    <p:sldId id="278" r:id="rId7"/>
    <p:sldId id="261" r:id="rId8"/>
    <p:sldId id="262" r:id="rId9"/>
    <p:sldId id="264" r:id="rId10"/>
    <p:sldId id="376" r:id="rId11"/>
    <p:sldId id="265" r:id="rId12"/>
    <p:sldId id="266" r:id="rId13"/>
    <p:sldId id="281" r:id="rId14"/>
    <p:sldId id="280" r:id="rId15"/>
    <p:sldId id="282" r:id="rId16"/>
    <p:sldId id="379" r:id="rId17"/>
    <p:sldId id="283" r:id="rId18"/>
    <p:sldId id="378" r:id="rId19"/>
    <p:sldId id="267" r:id="rId20"/>
    <p:sldId id="287" r:id="rId21"/>
    <p:sldId id="288" r:id="rId22"/>
    <p:sldId id="289" r:id="rId23"/>
    <p:sldId id="290" r:id="rId24"/>
    <p:sldId id="295" r:id="rId25"/>
    <p:sldId id="285" r:id="rId26"/>
    <p:sldId id="286" r:id="rId27"/>
    <p:sldId id="268" r:id="rId28"/>
    <p:sldId id="291" r:id="rId29"/>
    <p:sldId id="269" r:id="rId30"/>
    <p:sldId id="308" r:id="rId31"/>
    <p:sldId id="306" r:id="rId32"/>
    <p:sldId id="270" r:id="rId33"/>
    <p:sldId id="271" r:id="rId34"/>
    <p:sldId id="272" r:id="rId35"/>
    <p:sldId id="274" r:id="rId36"/>
    <p:sldId id="275" r:id="rId37"/>
    <p:sldId id="307" r:id="rId38"/>
    <p:sldId id="279" r:id="rId39"/>
    <p:sldId id="299" r:id="rId40"/>
    <p:sldId id="260" r:id="rId41"/>
    <p:sldId id="296" r:id="rId42"/>
    <p:sldId id="263" r:id="rId43"/>
    <p:sldId id="276" r:id="rId44"/>
    <p:sldId id="297" r:id="rId45"/>
    <p:sldId id="277" r:id="rId46"/>
    <p:sldId id="392" r:id="rId47"/>
    <p:sldId id="314" r:id="rId48"/>
    <p:sldId id="304" r:id="rId49"/>
    <p:sldId id="311" r:id="rId50"/>
    <p:sldId id="310" r:id="rId51"/>
    <p:sldId id="300" r:id="rId52"/>
    <p:sldId id="302" r:id="rId53"/>
    <p:sldId id="303" r:id="rId54"/>
    <p:sldId id="301" r:id="rId55"/>
    <p:sldId id="312" r:id="rId56"/>
    <p:sldId id="313" r:id="rId57"/>
    <p:sldId id="360" r:id="rId58"/>
    <p:sldId id="315" r:id="rId59"/>
    <p:sldId id="316" r:id="rId60"/>
    <p:sldId id="329" r:id="rId61"/>
    <p:sldId id="381" r:id="rId62"/>
    <p:sldId id="373" r:id="rId63"/>
    <p:sldId id="317" r:id="rId64"/>
    <p:sldId id="318" r:id="rId65"/>
    <p:sldId id="321" r:id="rId66"/>
    <p:sldId id="322" r:id="rId67"/>
    <p:sldId id="324" r:id="rId68"/>
    <p:sldId id="319" r:id="rId69"/>
    <p:sldId id="325" r:id="rId70"/>
    <p:sldId id="327" r:id="rId71"/>
    <p:sldId id="326" r:id="rId72"/>
    <p:sldId id="328" r:id="rId73"/>
    <p:sldId id="333" r:id="rId74"/>
    <p:sldId id="347" r:id="rId75"/>
    <p:sldId id="334" r:id="rId76"/>
    <p:sldId id="335" r:id="rId77"/>
    <p:sldId id="331" r:id="rId78"/>
    <p:sldId id="332" r:id="rId79"/>
    <p:sldId id="403" r:id="rId80"/>
    <p:sldId id="337" r:id="rId81"/>
    <p:sldId id="338" r:id="rId82"/>
    <p:sldId id="404" r:id="rId83"/>
    <p:sldId id="380" r:id="rId84"/>
    <p:sldId id="336" r:id="rId85"/>
    <p:sldId id="339" r:id="rId86"/>
    <p:sldId id="340" r:id="rId87"/>
    <p:sldId id="394" r:id="rId88"/>
    <p:sldId id="396" r:id="rId89"/>
    <p:sldId id="395" r:id="rId90"/>
    <p:sldId id="398" r:id="rId91"/>
    <p:sldId id="341" r:id="rId92"/>
    <p:sldId id="342" r:id="rId93"/>
    <p:sldId id="350" r:id="rId94"/>
    <p:sldId id="351" r:id="rId95"/>
    <p:sldId id="352" r:id="rId96"/>
    <p:sldId id="353" r:id="rId97"/>
    <p:sldId id="397" r:id="rId98"/>
    <p:sldId id="393" r:id="rId99"/>
    <p:sldId id="400" r:id="rId100"/>
    <p:sldId id="401" r:id="rId101"/>
    <p:sldId id="402" r:id="rId102"/>
    <p:sldId id="362" r:id="rId103"/>
    <p:sldId id="363" r:id="rId104"/>
    <p:sldId id="364" r:id="rId105"/>
    <p:sldId id="365" r:id="rId106"/>
    <p:sldId id="366" r:id="rId107"/>
    <p:sldId id="368" r:id="rId108"/>
    <p:sldId id="369" r:id="rId109"/>
    <p:sldId id="370" r:id="rId110"/>
    <p:sldId id="371" r:id="rId111"/>
    <p:sldId id="372" r:id="rId112"/>
    <p:sldId id="382" r:id="rId113"/>
    <p:sldId id="383" r:id="rId114"/>
    <p:sldId id="390" r:id="rId115"/>
    <p:sldId id="385" r:id="rId116"/>
    <p:sldId id="389" r:id="rId117"/>
    <p:sldId id="391" r:id="rId118"/>
    <p:sldId id="388" r:id="rId119"/>
    <p:sldId id="292" r:id="rId120"/>
    <p:sldId id="293" r:id="rId121"/>
    <p:sldId id="294" r:id="rId122"/>
    <p:sldId id="305" r:id="rId123"/>
    <p:sldId id="343" r:id="rId124"/>
    <p:sldId id="344" r:id="rId125"/>
    <p:sldId id="346" r:id="rId126"/>
    <p:sldId id="345" r:id="rId127"/>
    <p:sldId id="323" r:id="rId128"/>
    <p:sldId id="367" r:id="rId129"/>
    <p:sldId id="356" r:id="rId130"/>
    <p:sldId id="357" r:id="rId131"/>
    <p:sldId id="358" r:id="rId132"/>
    <p:sldId id="359" r:id="rId133"/>
    <p:sldId id="361" r:id="rId134"/>
    <p:sldId id="384" r:id="rId135"/>
    <p:sldId id="387" r:id="rId136"/>
    <p:sldId id="375" r:id="rId1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S" userId="a0143aa281aa84b2" providerId="LiveId" clId="{4E225CC7-4E75-482E-B6E7-FC1AD3AB2A34}"/>
    <pc:docChg chg="undo custSel addSld delSld modSld sldOrd">
      <pc:chgData name="Roshni S" userId="a0143aa281aa84b2" providerId="LiveId" clId="{4E225CC7-4E75-482E-B6E7-FC1AD3AB2A34}" dt="2023-01-11T04:10:57.402" v="11344" actId="20577"/>
      <pc:docMkLst>
        <pc:docMk/>
      </pc:docMkLst>
      <pc:sldChg chg="delSp modSp mod">
        <pc:chgData name="Roshni S" userId="a0143aa281aa84b2" providerId="LiveId" clId="{4E225CC7-4E75-482E-B6E7-FC1AD3AB2A34}" dt="2022-12-20T04:34:06.511" v="1418" actId="1076"/>
        <pc:sldMkLst>
          <pc:docMk/>
          <pc:sldMk cId="1368452333" sldId="256"/>
        </pc:sldMkLst>
        <pc:spChg chg="mod">
          <ac:chgData name="Roshni S" userId="a0143aa281aa84b2" providerId="LiveId" clId="{4E225CC7-4E75-482E-B6E7-FC1AD3AB2A34}" dt="2022-12-20T04:34:06.511" v="1418" actId="1076"/>
          <ac:spMkLst>
            <pc:docMk/>
            <pc:sldMk cId="1368452333" sldId="256"/>
            <ac:spMk id="2" creationId="{31DCAE17-2D4D-7FC2-6B92-8707D5D84150}"/>
          </ac:spMkLst>
        </pc:spChg>
        <pc:spChg chg="del mod">
          <ac:chgData name="Roshni S" userId="a0143aa281aa84b2" providerId="LiveId" clId="{4E225CC7-4E75-482E-B6E7-FC1AD3AB2A34}" dt="2022-12-20T04:33:49.999" v="1416" actId="21"/>
          <ac:spMkLst>
            <pc:docMk/>
            <pc:sldMk cId="1368452333" sldId="256"/>
            <ac:spMk id="3" creationId="{42C02249-5D47-62D6-0B58-FDF4B47C610A}"/>
          </ac:spMkLst>
        </pc:spChg>
      </pc:sldChg>
      <pc:sldChg chg="modSp mod">
        <pc:chgData name="Roshni S" userId="a0143aa281aa84b2" providerId="LiveId" clId="{4E225CC7-4E75-482E-B6E7-FC1AD3AB2A34}" dt="2023-01-03T09:49:25.784" v="8383" actId="1076"/>
        <pc:sldMkLst>
          <pc:docMk/>
          <pc:sldMk cId="1164903394" sldId="258"/>
        </pc:sldMkLst>
        <pc:spChg chg="mod">
          <ac:chgData name="Roshni S" userId="a0143aa281aa84b2" providerId="LiveId" clId="{4E225CC7-4E75-482E-B6E7-FC1AD3AB2A34}" dt="2023-01-03T09:49:25.784" v="8383" actId="1076"/>
          <ac:spMkLst>
            <pc:docMk/>
            <pc:sldMk cId="1164903394" sldId="258"/>
            <ac:spMk id="3" creationId="{00EC0B31-D2AA-6F13-DD4A-5EF80B7B777B}"/>
          </ac:spMkLst>
        </pc:spChg>
      </pc:sldChg>
      <pc:sldChg chg="modSp mod">
        <pc:chgData name="Roshni S" userId="a0143aa281aa84b2" providerId="LiveId" clId="{4E225CC7-4E75-482E-B6E7-FC1AD3AB2A34}" dt="2023-01-07T09:14:36.755" v="10402" actId="20577"/>
        <pc:sldMkLst>
          <pc:docMk/>
          <pc:sldMk cId="2130745818" sldId="259"/>
        </pc:sldMkLst>
        <pc:spChg chg="mod">
          <ac:chgData name="Roshni S" userId="a0143aa281aa84b2" providerId="LiveId" clId="{4E225CC7-4E75-482E-B6E7-FC1AD3AB2A34}" dt="2023-01-07T09:14:36.755" v="10402" actId="20577"/>
          <ac:spMkLst>
            <pc:docMk/>
            <pc:sldMk cId="2130745818" sldId="259"/>
            <ac:spMk id="3" creationId="{3FFEDAC5-7208-698E-CC4F-3209666C2041}"/>
          </ac:spMkLst>
        </pc:spChg>
      </pc:sldChg>
      <pc:sldChg chg="modSp mod ord">
        <pc:chgData name="Roshni S" userId="a0143aa281aa84b2" providerId="LiveId" clId="{4E225CC7-4E75-482E-B6E7-FC1AD3AB2A34}" dt="2023-01-02T13:38:44.662" v="7953" actId="20577"/>
        <pc:sldMkLst>
          <pc:docMk/>
          <pc:sldMk cId="3828976173" sldId="260"/>
        </pc:sldMkLst>
        <pc:spChg chg="mod">
          <ac:chgData name="Roshni S" userId="a0143aa281aa84b2" providerId="LiveId" clId="{4E225CC7-4E75-482E-B6E7-FC1AD3AB2A34}" dt="2023-01-02T13:38:44.662" v="7953" actId="20577"/>
          <ac:spMkLst>
            <pc:docMk/>
            <pc:sldMk cId="3828976173" sldId="260"/>
            <ac:spMk id="3" creationId="{C7D45DEA-1BE8-51A4-E924-7985755AA4F7}"/>
          </ac:spMkLst>
        </pc:spChg>
      </pc:sldChg>
      <pc:sldChg chg="modSp mod">
        <pc:chgData name="Roshni S" userId="a0143aa281aa84b2" providerId="LiveId" clId="{4E225CC7-4E75-482E-B6E7-FC1AD3AB2A34}" dt="2023-01-03T09:49:49.648" v="8386" actId="1076"/>
        <pc:sldMkLst>
          <pc:docMk/>
          <pc:sldMk cId="539931828" sldId="261"/>
        </pc:sldMkLst>
        <pc:spChg chg="mod">
          <ac:chgData name="Roshni S" userId="a0143aa281aa84b2" providerId="LiveId" clId="{4E225CC7-4E75-482E-B6E7-FC1AD3AB2A34}" dt="2023-01-03T09:49:49.648" v="8386" actId="1076"/>
          <ac:spMkLst>
            <pc:docMk/>
            <pc:sldMk cId="539931828" sldId="261"/>
            <ac:spMk id="3" creationId="{B88C384D-0C9D-EC5C-E781-76D792279229}"/>
          </ac:spMkLst>
        </pc:spChg>
      </pc:sldChg>
      <pc:sldChg chg="addSp delSp modSp mod ord">
        <pc:chgData name="Roshni S" userId="a0143aa281aa84b2" providerId="LiveId" clId="{4E225CC7-4E75-482E-B6E7-FC1AD3AB2A34}" dt="2023-01-06T13:01:03.121" v="10087" actId="1076"/>
        <pc:sldMkLst>
          <pc:docMk/>
          <pc:sldMk cId="3409937805" sldId="262"/>
        </pc:sldMkLst>
        <pc:spChg chg="mod">
          <ac:chgData name="Roshni S" userId="a0143aa281aa84b2" providerId="LiveId" clId="{4E225CC7-4E75-482E-B6E7-FC1AD3AB2A34}" dt="2023-01-06T13:01:03.121" v="10087" actId="1076"/>
          <ac:spMkLst>
            <pc:docMk/>
            <pc:sldMk cId="3409937805" sldId="262"/>
            <ac:spMk id="2" creationId="{A2F895B1-2BDD-A07F-067A-C36453E45DC7}"/>
          </ac:spMkLst>
        </pc:spChg>
        <pc:spChg chg="mod">
          <ac:chgData name="Roshni S" userId="a0143aa281aa84b2" providerId="LiveId" clId="{4E225CC7-4E75-482E-B6E7-FC1AD3AB2A34}" dt="2023-01-06T13:00:59.359" v="10086" actId="1076"/>
          <ac:spMkLst>
            <pc:docMk/>
            <pc:sldMk cId="3409937805" sldId="262"/>
            <ac:spMk id="4" creationId="{7306CA1E-31D4-ABE1-9A6B-E9BC6D16586F}"/>
          </ac:spMkLst>
        </pc:spChg>
        <pc:picChg chg="add del mod">
          <ac:chgData name="Roshni S" userId="a0143aa281aa84b2" providerId="LiveId" clId="{4E225CC7-4E75-482E-B6E7-FC1AD3AB2A34}" dt="2023-01-06T13:00:43.653" v="10083" actId="478"/>
          <ac:picMkLst>
            <pc:docMk/>
            <pc:sldMk cId="3409937805" sldId="262"/>
            <ac:picMk id="3" creationId="{177677E8-2E90-0D45-5A9A-F03519652B56}"/>
          </ac:picMkLst>
        </pc:picChg>
      </pc:sldChg>
      <pc:sldChg chg="modSp mod ord">
        <pc:chgData name="Roshni S" userId="a0143aa281aa84b2" providerId="LiveId" clId="{4E225CC7-4E75-482E-B6E7-FC1AD3AB2A34}" dt="2023-01-04T13:29:28.544" v="9195"/>
        <pc:sldMkLst>
          <pc:docMk/>
          <pc:sldMk cId="42082022" sldId="263"/>
        </pc:sldMkLst>
        <pc:spChg chg="mod">
          <ac:chgData name="Roshni S" userId="a0143aa281aa84b2" providerId="LiveId" clId="{4E225CC7-4E75-482E-B6E7-FC1AD3AB2A34}" dt="2022-12-19T06:14:42.785" v="1" actId="115"/>
          <ac:spMkLst>
            <pc:docMk/>
            <pc:sldMk cId="42082022" sldId="263"/>
            <ac:spMk id="3" creationId="{F7245056-8DEF-0811-33E1-315A3243C745}"/>
          </ac:spMkLst>
        </pc:spChg>
        <pc:spChg chg="mod">
          <ac:chgData name="Roshni S" userId="a0143aa281aa84b2" providerId="LiveId" clId="{4E225CC7-4E75-482E-B6E7-FC1AD3AB2A34}" dt="2022-12-19T06:14:54.077" v="4" actId="115"/>
          <ac:spMkLst>
            <pc:docMk/>
            <pc:sldMk cId="42082022" sldId="263"/>
            <ac:spMk id="5" creationId="{65999B91-0D2E-1E01-C71D-799B58FC8A3D}"/>
          </ac:spMkLst>
        </pc:spChg>
      </pc:sldChg>
      <pc:sldChg chg="addSp modSp new mod ord modClrScheme chgLayout">
        <pc:chgData name="Roshni S" userId="a0143aa281aa84b2" providerId="LiveId" clId="{4E225CC7-4E75-482E-B6E7-FC1AD3AB2A34}" dt="2023-01-05T10:49:48.012" v="9297" actId="20577"/>
        <pc:sldMkLst>
          <pc:docMk/>
          <pc:sldMk cId="3249579212" sldId="264"/>
        </pc:sldMkLst>
        <pc:spChg chg="add mod">
          <ac:chgData name="Roshni S" userId="a0143aa281aa84b2" providerId="LiveId" clId="{4E225CC7-4E75-482E-B6E7-FC1AD3AB2A34}" dt="2023-01-05T10:49:14.284" v="9249" actId="20577"/>
          <ac:spMkLst>
            <pc:docMk/>
            <pc:sldMk cId="3249579212" sldId="264"/>
            <ac:spMk id="2" creationId="{890B9AAD-6B2A-FA5B-65CB-3E5255F95C1C}"/>
          </ac:spMkLst>
        </pc:spChg>
        <pc:spChg chg="add mod">
          <ac:chgData name="Roshni S" userId="a0143aa281aa84b2" providerId="LiveId" clId="{4E225CC7-4E75-482E-B6E7-FC1AD3AB2A34}" dt="2023-01-05T10:49:48.012" v="9297" actId="20577"/>
          <ac:spMkLst>
            <pc:docMk/>
            <pc:sldMk cId="3249579212" sldId="264"/>
            <ac:spMk id="3" creationId="{64F31514-FFFD-EBB6-4B80-F63B325E34AA}"/>
          </ac:spMkLst>
        </pc:spChg>
      </pc:sldChg>
      <pc:sldChg chg="addSp delSp modSp new mod ord">
        <pc:chgData name="Roshni S" userId="a0143aa281aa84b2" providerId="LiveId" clId="{4E225CC7-4E75-482E-B6E7-FC1AD3AB2A34}" dt="2022-12-26T10:17:07.849" v="3537"/>
        <pc:sldMkLst>
          <pc:docMk/>
          <pc:sldMk cId="2034421157" sldId="265"/>
        </pc:sldMkLst>
        <pc:spChg chg="mod">
          <ac:chgData name="Roshni S" userId="a0143aa281aa84b2" providerId="LiveId" clId="{4E225CC7-4E75-482E-B6E7-FC1AD3AB2A34}" dt="2022-12-19T06:56:26.431" v="429" actId="20577"/>
          <ac:spMkLst>
            <pc:docMk/>
            <pc:sldMk cId="2034421157" sldId="265"/>
            <ac:spMk id="2" creationId="{E8CA6750-4097-B3DB-0B7F-DEA08CD7FA55}"/>
          </ac:spMkLst>
        </pc:spChg>
        <pc:spChg chg="del">
          <ac:chgData name="Roshni S" userId="a0143aa281aa84b2" providerId="LiveId" clId="{4E225CC7-4E75-482E-B6E7-FC1AD3AB2A34}" dt="2022-12-19T06:46:53.577" v="174" actId="3680"/>
          <ac:spMkLst>
            <pc:docMk/>
            <pc:sldMk cId="2034421157" sldId="265"/>
            <ac:spMk id="3" creationId="{88D093E2-7E50-2200-C232-54DD23D63117}"/>
          </ac:spMkLst>
        </pc:spChg>
        <pc:spChg chg="add mod">
          <ac:chgData name="Roshni S" userId="a0143aa281aa84b2" providerId="LiveId" clId="{4E225CC7-4E75-482E-B6E7-FC1AD3AB2A34}" dt="2022-12-19T06:58:30.589" v="457" actId="20577"/>
          <ac:spMkLst>
            <pc:docMk/>
            <pc:sldMk cId="2034421157" sldId="265"/>
            <ac:spMk id="6" creationId="{1F7CEE65-ADEC-DB16-D2BA-5DCC0CE26F22}"/>
          </ac:spMkLst>
        </pc:spChg>
        <pc:graphicFrameChg chg="add del mod ord modGraphic">
          <ac:chgData name="Roshni S" userId="a0143aa281aa84b2" providerId="LiveId" clId="{4E225CC7-4E75-482E-B6E7-FC1AD3AB2A34}" dt="2022-12-19T06:47:52.288" v="182" actId="21"/>
          <ac:graphicFrameMkLst>
            <pc:docMk/>
            <pc:sldMk cId="2034421157" sldId="265"/>
            <ac:graphicFrameMk id="4" creationId="{58B6AD8D-C65B-3E72-7350-AEDFF6D76FD1}"/>
          </ac:graphicFrameMkLst>
        </pc:graphicFrameChg>
      </pc:sldChg>
      <pc:sldChg chg="modSp new mod ord">
        <pc:chgData name="Roshni S" userId="a0143aa281aa84b2" providerId="LiveId" clId="{4E225CC7-4E75-482E-B6E7-FC1AD3AB2A34}" dt="2022-12-28T04:53:38.086" v="3762" actId="1076"/>
        <pc:sldMkLst>
          <pc:docMk/>
          <pc:sldMk cId="2848733246" sldId="266"/>
        </pc:sldMkLst>
        <pc:spChg chg="mod">
          <ac:chgData name="Roshni S" userId="a0143aa281aa84b2" providerId="LiveId" clId="{4E225CC7-4E75-482E-B6E7-FC1AD3AB2A34}" dt="2022-12-19T07:11:07.983" v="509" actId="20577"/>
          <ac:spMkLst>
            <pc:docMk/>
            <pc:sldMk cId="2848733246" sldId="266"/>
            <ac:spMk id="2" creationId="{8409F76F-C809-0800-4A2E-3E385C92FEA8}"/>
          </ac:spMkLst>
        </pc:spChg>
        <pc:spChg chg="mod">
          <ac:chgData name="Roshni S" userId="a0143aa281aa84b2" providerId="LiveId" clId="{4E225CC7-4E75-482E-B6E7-FC1AD3AB2A34}" dt="2022-12-28T04:53:38.086" v="3762" actId="1076"/>
          <ac:spMkLst>
            <pc:docMk/>
            <pc:sldMk cId="2848733246" sldId="266"/>
            <ac:spMk id="3" creationId="{5C4B61B3-D03C-3F6B-9488-6DA2993F38ED}"/>
          </ac:spMkLst>
        </pc:spChg>
      </pc:sldChg>
      <pc:sldChg chg="modSp new mod ord">
        <pc:chgData name="Roshni S" userId="a0143aa281aa84b2" providerId="LiveId" clId="{4E225CC7-4E75-482E-B6E7-FC1AD3AB2A34}" dt="2023-01-04T13:25:28.332" v="9171"/>
        <pc:sldMkLst>
          <pc:docMk/>
          <pc:sldMk cId="867868254" sldId="267"/>
        </pc:sldMkLst>
        <pc:spChg chg="mod">
          <ac:chgData name="Roshni S" userId="a0143aa281aa84b2" providerId="LiveId" clId="{4E225CC7-4E75-482E-B6E7-FC1AD3AB2A34}" dt="2022-12-21T12:36:03.073" v="2144" actId="1076"/>
          <ac:spMkLst>
            <pc:docMk/>
            <pc:sldMk cId="867868254" sldId="267"/>
            <ac:spMk id="2" creationId="{4C73AFA8-2230-2458-A3F9-460B01A7F232}"/>
          </ac:spMkLst>
        </pc:spChg>
        <pc:spChg chg="mod">
          <ac:chgData name="Roshni S" userId="a0143aa281aa84b2" providerId="LiveId" clId="{4E225CC7-4E75-482E-B6E7-FC1AD3AB2A34}" dt="2023-01-01T07:58:51.226" v="7303" actId="20577"/>
          <ac:spMkLst>
            <pc:docMk/>
            <pc:sldMk cId="867868254" sldId="267"/>
            <ac:spMk id="3" creationId="{D73A7A4B-FC53-41F5-A11C-637DBE40EA80}"/>
          </ac:spMkLst>
        </pc:spChg>
      </pc:sldChg>
      <pc:sldChg chg="addSp delSp modSp new mod modClrScheme chgLayout">
        <pc:chgData name="Roshni S" userId="a0143aa281aa84b2" providerId="LiveId" clId="{4E225CC7-4E75-482E-B6E7-FC1AD3AB2A34}" dt="2022-12-20T04:32:25.817" v="1410" actId="1076"/>
        <pc:sldMkLst>
          <pc:docMk/>
          <pc:sldMk cId="1512195171" sldId="268"/>
        </pc:sldMkLst>
        <pc:spChg chg="mod ord">
          <ac:chgData name="Roshni S" userId="a0143aa281aa84b2" providerId="LiveId" clId="{4E225CC7-4E75-482E-B6E7-FC1AD3AB2A34}" dt="2022-12-20T04:32:25.817" v="1410" actId="1076"/>
          <ac:spMkLst>
            <pc:docMk/>
            <pc:sldMk cId="1512195171" sldId="268"/>
            <ac:spMk id="2" creationId="{AE37D8C1-6876-3F14-A32F-EDF58D1B83B3}"/>
          </ac:spMkLst>
        </pc:spChg>
        <pc:spChg chg="del mod ord">
          <ac:chgData name="Roshni S" userId="a0143aa281aa84b2" providerId="LiveId" clId="{4E225CC7-4E75-482E-B6E7-FC1AD3AB2A34}" dt="2022-12-20T04:31:45.158" v="1397" actId="700"/>
          <ac:spMkLst>
            <pc:docMk/>
            <pc:sldMk cId="1512195171" sldId="268"/>
            <ac:spMk id="3" creationId="{54B16AB3-1FCC-D5D8-E675-C6DDF61F2A06}"/>
          </ac:spMkLst>
        </pc:spChg>
        <pc:spChg chg="add del mod ord">
          <ac:chgData name="Roshni S" userId="a0143aa281aa84b2" providerId="LiveId" clId="{4E225CC7-4E75-482E-B6E7-FC1AD3AB2A34}" dt="2022-12-20T04:31:57.135" v="1398" actId="21"/>
          <ac:spMkLst>
            <pc:docMk/>
            <pc:sldMk cId="1512195171" sldId="268"/>
            <ac:spMk id="4" creationId="{BCAEC0ED-33F4-26F1-E298-C168237D19EF}"/>
          </ac:spMkLst>
        </pc:spChg>
      </pc:sldChg>
      <pc:sldChg chg="modSp new mod">
        <pc:chgData name="Roshni S" userId="a0143aa281aa84b2" providerId="LiveId" clId="{4E225CC7-4E75-482E-B6E7-FC1AD3AB2A34}" dt="2022-12-20T06:49:44.004" v="1538" actId="20577"/>
        <pc:sldMkLst>
          <pc:docMk/>
          <pc:sldMk cId="365124777" sldId="269"/>
        </pc:sldMkLst>
        <pc:spChg chg="mod">
          <ac:chgData name="Roshni S" userId="a0143aa281aa84b2" providerId="LiveId" clId="{4E225CC7-4E75-482E-B6E7-FC1AD3AB2A34}" dt="2022-12-20T05:17:12.954" v="1434" actId="20577"/>
          <ac:spMkLst>
            <pc:docMk/>
            <pc:sldMk cId="365124777" sldId="269"/>
            <ac:spMk id="2" creationId="{E49DEB7F-8368-D8B5-91B7-AAE57CE6DDAE}"/>
          </ac:spMkLst>
        </pc:spChg>
        <pc:spChg chg="mod">
          <ac:chgData name="Roshni S" userId="a0143aa281aa84b2" providerId="LiveId" clId="{4E225CC7-4E75-482E-B6E7-FC1AD3AB2A34}" dt="2022-12-20T06:49:44.004" v="1538" actId="20577"/>
          <ac:spMkLst>
            <pc:docMk/>
            <pc:sldMk cId="365124777" sldId="269"/>
            <ac:spMk id="3" creationId="{9354DF9D-94C7-6B4F-950B-B693E8E9D59F}"/>
          </ac:spMkLst>
        </pc:spChg>
      </pc:sldChg>
      <pc:sldChg chg="addSp delSp modSp new mod modClrScheme chgLayout">
        <pc:chgData name="Roshni S" userId="a0143aa281aa84b2" providerId="LiveId" clId="{4E225CC7-4E75-482E-B6E7-FC1AD3AB2A34}" dt="2022-12-20T06:54:14.800" v="1558" actId="1076"/>
        <pc:sldMkLst>
          <pc:docMk/>
          <pc:sldMk cId="342686903" sldId="270"/>
        </pc:sldMkLst>
        <pc:spChg chg="del mod ord">
          <ac:chgData name="Roshni S" userId="a0143aa281aa84b2" providerId="LiveId" clId="{4E225CC7-4E75-482E-B6E7-FC1AD3AB2A34}" dt="2022-12-20T06:53:49.247" v="1540" actId="700"/>
          <ac:spMkLst>
            <pc:docMk/>
            <pc:sldMk cId="342686903" sldId="270"/>
            <ac:spMk id="2" creationId="{DE22F369-A7EF-5635-295C-24094259AD32}"/>
          </ac:spMkLst>
        </pc:spChg>
        <pc:spChg chg="del mod ord">
          <ac:chgData name="Roshni S" userId="a0143aa281aa84b2" providerId="LiveId" clId="{4E225CC7-4E75-482E-B6E7-FC1AD3AB2A34}" dt="2022-12-20T06:53:49.247" v="1540" actId="700"/>
          <ac:spMkLst>
            <pc:docMk/>
            <pc:sldMk cId="342686903" sldId="270"/>
            <ac:spMk id="3" creationId="{45388757-CCB0-8B93-2FF3-7EC699436239}"/>
          </ac:spMkLst>
        </pc:spChg>
        <pc:spChg chg="add mod ord">
          <ac:chgData name="Roshni S" userId="a0143aa281aa84b2" providerId="LiveId" clId="{4E225CC7-4E75-482E-B6E7-FC1AD3AB2A34}" dt="2022-12-20T06:54:14.800" v="1558" actId="1076"/>
          <ac:spMkLst>
            <pc:docMk/>
            <pc:sldMk cId="342686903" sldId="270"/>
            <ac:spMk id="4" creationId="{48294493-9975-3952-8E9F-AF00335B63C3}"/>
          </ac:spMkLst>
        </pc:spChg>
        <pc:spChg chg="add del mod ord">
          <ac:chgData name="Roshni S" userId="a0143aa281aa84b2" providerId="LiveId" clId="{4E225CC7-4E75-482E-B6E7-FC1AD3AB2A34}" dt="2022-12-20T06:54:05.765" v="1556" actId="21"/>
          <ac:spMkLst>
            <pc:docMk/>
            <pc:sldMk cId="342686903" sldId="270"/>
            <ac:spMk id="5" creationId="{DD3C0131-E09A-53C2-C81B-8F15DDD7A544}"/>
          </ac:spMkLst>
        </pc:spChg>
      </pc:sldChg>
      <pc:sldChg chg="addSp modSp new mod">
        <pc:chgData name="Roshni S" userId="a0143aa281aa84b2" providerId="LiveId" clId="{4E225CC7-4E75-482E-B6E7-FC1AD3AB2A34}" dt="2023-01-05T11:15:12.149" v="9667" actId="1076"/>
        <pc:sldMkLst>
          <pc:docMk/>
          <pc:sldMk cId="559778710" sldId="271"/>
        </pc:sldMkLst>
        <pc:spChg chg="mod">
          <ac:chgData name="Roshni S" userId="a0143aa281aa84b2" providerId="LiveId" clId="{4E225CC7-4E75-482E-B6E7-FC1AD3AB2A34}" dt="2022-12-20T07:17:23.950" v="1566" actId="20577"/>
          <ac:spMkLst>
            <pc:docMk/>
            <pc:sldMk cId="559778710" sldId="271"/>
            <ac:spMk id="2" creationId="{BB4F9020-F1AD-1F6A-778E-4F01E249F125}"/>
          </ac:spMkLst>
        </pc:spChg>
        <pc:spChg chg="mod">
          <ac:chgData name="Roshni S" userId="a0143aa281aa84b2" providerId="LiveId" clId="{4E225CC7-4E75-482E-B6E7-FC1AD3AB2A34}" dt="2023-01-05T11:15:12.149" v="9667" actId="1076"/>
          <ac:spMkLst>
            <pc:docMk/>
            <pc:sldMk cId="559778710" sldId="271"/>
            <ac:spMk id="3" creationId="{171250A6-850C-899B-76B4-1A069A8FCCDE}"/>
          </ac:spMkLst>
        </pc:spChg>
        <pc:spChg chg="add mod">
          <ac:chgData name="Roshni S" userId="a0143aa281aa84b2" providerId="LiveId" clId="{4E225CC7-4E75-482E-B6E7-FC1AD3AB2A34}" dt="2022-12-20T07:23:44.283" v="1791" actId="20577"/>
          <ac:spMkLst>
            <pc:docMk/>
            <pc:sldMk cId="559778710" sldId="271"/>
            <ac:spMk id="4" creationId="{C2EE26AA-CC7E-EE03-6C17-9C808E4522A0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3T07:00:16.032" v="8282" actId="20577"/>
        <pc:sldMkLst>
          <pc:docMk/>
          <pc:sldMk cId="1415885896" sldId="272"/>
        </pc:sldMkLst>
        <pc:spChg chg="mod ord">
          <ac:chgData name="Roshni S" userId="a0143aa281aa84b2" providerId="LiveId" clId="{4E225CC7-4E75-482E-B6E7-FC1AD3AB2A34}" dt="2022-12-23T07:08:19.086" v="2414" actId="700"/>
          <ac:spMkLst>
            <pc:docMk/>
            <pc:sldMk cId="1415885896" sldId="272"/>
            <ac:spMk id="2" creationId="{B43F58CF-8374-4875-6FA8-4C25869F2EC0}"/>
          </ac:spMkLst>
        </pc:spChg>
        <pc:spChg chg="mod ord">
          <ac:chgData name="Roshni S" userId="a0143aa281aa84b2" providerId="LiveId" clId="{4E225CC7-4E75-482E-B6E7-FC1AD3AB2A34}" dt="2023-01-03T06:54:46.282" v="8276" actId="1076"/>
          <ac:spMkLst>
            <pc:docMk/>
            <pc:sldMk cId="1415885896" sldId="272"/>
            <ac:spMk id="3" creationId="{A7DBD1FD-E489-F53A-EC22-1D4CDE0ACEAD}"/>
          </ac:spMkLst>
        </pc:spChg>
        <pc:spChg chg="add del mod">
          <ac:chgData name="Roshni S" userId="a0143aa281aa84b2" providerId="LiveId" clId="{4E225CC7-4E75-482E-B6E7-FC1AD3AB2A34}" dt="2022-12-23T07:07:17.829" v="2399" actId="21"/>
          <ac:spMkLst>
            <pc:docMk/>
            <pc:sldMk cId="1415885896" sldId="272"/>
            <ac:spMk id="4" creationId="{5A4CD656-AC8B-6590-0551-4FDAE85E7391}"/>
          </ac:spMkLst>
        </pc:spChg>
        <pc:spChg chg="add mod ord">
          <ac:chgData name="Roshni S" userId="a0143aa281aa84b2" providerId="LiveId" clId="{4E225CC7-4E75-482E-B6E7-FC1AD3AB2A34}" dt="2023-01-03T07:00:16.032" v="8282" actId="20577"/>
          <ac:spMkLst>
            <pc:docMk/>
            <pc:sldMk cId="1415885896" sldId="272"/>
            <ac:spMk id="5" creationId="{F837DA77-3133-0785-F3E5-04BD19A5E92C}"/>
          </ac:spMkLst>
        </pc:spChg>
      </pc:sldChg>
      <pc:sldChg chg="addSp delSp modSp new mod modClrScheme chgLayout">
        <pc:chgData name="Roshni S" userId="a0143aa281aa84b2" providerId="LiveId" clId="{4E225CC7-4E75-482E-B6E7-FC1AD3AB2A34}" dt="2022-12-26T03:53:54.595" v="3315" actId="20577"/>
        <pc:sldMkLst>
          <pc:docMk/>
          <pc:sldMk cId="824605646" sldId="273"/>
        </pc:sldMkLst>
        <pc:spChg chg="del">
          <ac:chgData name="Roshni S" userId="a0143aa281aa84b2" providerId="LiveId" clId="{4E225CC7-4E75-482E-B6E7-FC1AD3AB2A34}" dt="2022-12-21T12:06:55.526" v="1913" actId="21"/>
          <ac:spMkLst>
            <pc:docMk/>
            <pc:sldMk cId="824605646" sldId="273"/>
            <ac:spMk id="2" creationId="{38291AFA-4ABB-CA25-8473-E66C1EE4AE9E}"/>
          </ac:spMkLst>
        </pc:spChg>
        <pc:spChg chg="del">
          <ac:chgData name="Roshni S" userId="a0143aa281aa84b2" providerId="LiveId" clId="{4E225CC7-4E75-482E-B6E7-FC1AD3AB2A34}" dt="2022-12-21T12:07:07.203" v="1914" actId="700"/>
          <ac:spMkLst>
            <pc:docMk/>
            <pc:sldMk cId="824605646" sldId="273"/>
            <ac:spMk id="3" creationId="{F62DE77E-0D10-7C56-1C27-DAAA43C33B4A}"/>
          </ac:spMkLst>
        </pc:spChg>
        <pc:spChg chg="add del mod">
          <ac:chgData name="Roshni S" userId="a0143aa281aa84b2" providerId="LiveId" clId="{4E225CC7-4E75-482E-B6E7-FC1AD3AB2A34}" dt="2022-12-21T12:24:48.706" v="2109"/>
          <ac:spMkLst>
            <pc:docMk/>
            <pc:sldMk cId="824605646" sldId="273"/>
            <ac:spMk id="4" creationId="{92670127-0E2C-20C3-BD51-800B668DCFB2}"/>
          </ac:spMkLst>
        </pc:spChg>
        <pc:spChg chg="add del mod">
          <ac:chgData name="Roshni S" userId="a0143aa281aa84b2" providerId="LiveId" clId="{4E225CC7-4E75-482E-B6E7-FC1AD3AB2A34}" dt="2022-12-21T12:20:17.570" v="2076"/>
          <ac:spMkLst>
            <pc:docMk/>
            <pc:sldMk cId="824605646" sldId="273"/>
            <ac:spMk id="5" creationId="{3E2CD000-1C11-B78E-AD78-A60B80727652}"/>
          </ac:spMkLst>
        </pc:spChg>
        <pc:spChg chg="add del mod">
          <ac:chgData name="Roshni S" userId="a0143aa281aa84b2" providerId="LiveId" clId="{4E225CC7-4E75-482E-B6E7-FC1AD3AB2A34}" dt="2022-12-21T12:20:59.347" v="2081"/>
          <ac:spMkLst>
            <pc:docMk/>
            <pc:sldMk cId="824605646" sldId="273"/>
            <ac:spMk id="6" creationId="{E1F4EC3A-D544-267A-92EC-DC5908D96F58}"/>
          </ac:spMkLst>
        </pc:spChg>
        <pc:spChg chg="add del mod">
          <ac:chgData name="Roshni S" userId="a0143aa281aa84b2" providerId="LiveId" clId="{4E225CC7-4E75-482E-B6E7-FC1AD3AB2A34}" dt="2022-12-21T12:22:10.249" v="2087" actId="21"/>
          <ac:spMkLst>
            <pc:docMk/>
            <pc:sldMk cId="824605646" sldId="273"/>
            <ac:spMk id="9" creationId="{70F0602A-66E2-63F3-1095-94E18279DD5B}"/>
          </ac:spMkLst>
        </pc:spChg>
        <pc:spChg chg="add del mod">
          <ac:chgData name="Roshni S" userId="a0143aa281aa84b2" providerId="LiveId" clId="{4E225CC7-4E75-482E-B6E7-FC1AD3AB2A34}" dt="2022-12-21T12:23:07.157" v="2095" actId="21"/>
          <ac:spMkLst>
            <pc:docMk/>
            <pc:sldMk cId="824605646" sldId="273"/>
            <ac:spMk id="10" creationId="{EE4E0DDB-9163-F26C-3BCC-B9F62EDC4EEC}"/>
          </ac:spMkLst>
        </pc:spChg>
        <pc:spChg chg="add del mod">
          <ac:chgData name="Roshni S" userId="a0143aa281aa84b2" providerId="LiveId" clId="{4E225CC7-4E75-482E-B6E7-FC1AD3AB2A34}" dt="2022-12-21T12:24:15.725" v="2101" actId="21"/>
          <ac:spMkLst>
            <pc:docMk/>
            <pc:sldMk cId="824605646" sldId="273"/>
            <ac:spMk id="11" creationId="{EB25E124-6D36-F698-583C-27A1173C19EA}"/>
          </ac:spMkLst>
        </pc:spChg>
        <pc:spChg chg="add del mod">
          <ac:chgData name="Roshni S" userId="a0143aa281aa84b2" providerId="LiveId" clId="{4E225CC7-4E75-482E-B6E7-FC1AD3AB2A34}" dt="2022-12-21T12:24:11.971" v="2100" actId="21"/>
          <ac:spMkLst>
            <pc:docMk/>
            <pc:sldMk cId="824605646" sldId="273"/>
            <ac:spMk id="12" creationId="{CD1A92B9-9234-9782-92D1-4D25E7318FE2}"/>
          </ac:spMkLst>
        </pc:spChg>
        <pc:spChg chg="add del mod ord">
          <ac:chgData name="Roshni S" userId="a0143aa281aa84b2" providerId="LiveId" clId="{4E225CC7-4E75-482E-B6E7-FC1AD3AB2A34}" dt="2022-12-21T12:24:48.682" v="2107" actId="21"/>
          <ac:spMkLst>
            <pc:docMk/>
            <pc:sldMk cId="824605646" sldId="273"/>
            <ac:spMk id="13" creationId="{C6953C24-8270-294D-0E07-4BAEDF513195}"/>
          </ac:spMkLst>
        </pc:spChg>
        <pc:spChg chg="add mod ord">
          <ac:chgData name="Roshni S" userId="a0143aa281aa84b2" providerId="LiveId" clId="{4E225CC7-4E75-482E-B6E7-FC1AD3AB2A34}" dt="2022-12-26T03:53:54.595" v="3315" actId="20577"/>
          <ac:spMkLst>
            <pc:docMk/>
            <pc:sldMk cId="824605646" sldId="273"/>
            <ac:spMk id="14" creationId="{89789ED0-3442-FE68-32C0-2DA4779BC072}"/>
          </ac:spMkLst>
        </pc:spChg>
        <pc:spChg chg="add del mod ord">
          <ac:chgData name="Roshni S" userId="a0143aa281aa84b2" providerId="LiveId" clId="{4E225CC7-4E75-482E-B6E7-FC1AD3AB2A34}" dt="2022-12-21T12:24:52.437" v="2110" actId="21"/>
          <ac:spMkLst>
            <pc:docMk/>
            <pc:sldMk cId="824605646" sldId="273"/>
            <ac:spMk id="15" creationId="{999162BF-36CB-395A-96F7-20743A827012}"/>
          </ac:spMkLst>
        </pc:spChg>
        <pc:spChg chg="add mod">
          <ac:chgData name="Roshni S" userId="a0143aa281aa84b2" providerId="LiveId" clId="{4E225CC7-4E75-482E-B6E7-FC1AD3AB2A34}" dt="2022-12-21T12:26:31.595" v="2124" actId="13822"/>
          <ac:spMkLst>
            <pc:docMk/>
            <pc:sldMk cId="824605646" sldId="273"/>
            <ac:spMk id="16" creationId="{037A3ED8-F3C8-50B9-6CCF-15020BA989B0}"/>
          </ac:spMkLst>
        </pc:spChg>
        <pc:spChg chg="add mod">
          <ac:chgData name="Roshni S" userId="a0143aa281aa84b2" providerId="LiveId" clId="{4E225CC7-4E75-482E-B6E7-FC1AD3AB2A34}" dt="2022-12-21T12:27:43.451" v="2133" actId="1076"/>
          <ac:spMkLst>
            <pc:docMk/>
            <pc:sldMk cId="824605646" sldId="273"/>
            <ac:spMk id="17" creationId="{33A1C821-1211-A61F-B25D-B0189A3C634F}"/>
          </ac:spMkLst>
        </pc:spChg>
        <pc:picChg chg="add del mod">
          <ac:chgData name="Roshni S" userId="a0143aa281aa84b2" providerId="LiveId" clId="{4E225CC7-4E75-482E-B6E7-FC1AD3AB2A34}" dt="2022-12-21T12:21:50.432" v="2084" actId="21"/>
          <ac:picMkLst>
            <pc:docMk/>
            <pc:sldMk cId="824605646" sldId="273"/>
            <ac:picMk id="8" creationId="{EDB9C480-740D-80B1-4E4A-1E675FE64BC5}"/>
          </ac:picMkLst>
        </pc:picChg>
      </pc:sldChg>
      <pc:sldChg chg="addSp delSp modSp new mod ord modClrScheme chgLayout">
        <pc:chgData name="Roshni S" userId="a0143aa281aa84b2" providerId="LiveId" clId="{4E225CC7-4E75-482E-B6E7-FC1AD3AB2A34}" dt="2023-01-01T04:44:43.751" v="6391" actId="20578"/>
        <pc:sldMkLst>
          <pc:docMk/>
          <pc:sldMk cId="239776597" sldId="274"/>
        </pc:sldMkLst>
        <pc:spChg chg="del mod ord">
          <ac:chgData name="Roshni S" userId="a0143aa281aa84b2" providerId="LiveId" clId="{4E225CC7-4E75-482E-B6E7-FC1AD3AB2A34}" dt="2022-12-23T07:13:08.028" v="2568" actId="700"/>
          <ac:spMkLst>
            <pc:docMk/>
            <pc:sldMk cId="239776597" sldId="274"/>
            <ac:spMk id="2" creationId="{348735AB-E415-466D-18BD-E8FEA7CFDCF8}"/>
          </ac:spMkLst>
        </pc:spChg>
        <pc:spChg chg="del mod ord">
          <ac:chgData name="Roshni S" userId="a0143aa281aa84b2" providerId="LiveId" clId="{4E225CC7-4E75-482E-B6E7-FC1AD3AB2A34}" dt="2022-12-23T07:13:08.028" v="2568" actId="700"/>
          <ac:spMkLst>
            <pc:docMk/>
            <pc:sldMk cId="239776597" sldId="274"/>
            <ac:spMk id="3" creationId="{1FCBA138-EA8C-0995-D9E7-1FE70588FDDF}"/>
          </ac:spMkLst>
        </pc:spChg>
        <pc:spChg chg="del">
          <ac:chgData name="Roshni S" userId="a0143aa281aa84b2" providerId="LiveId" clId="{4E225CC7-4E75-482E-B6E7-FC1AD3AB2A34}" dt="2022-12-23T07:13:08.028" v="2568" actId="700"/>
          <ac:spMkLst>
            <pc:docMk/>
            <pc:sldMk cId="239776597" sldId="274"/>
            <ac:spMk id="4" creationId="{F7C6DD86-6EB3-2AF2-BC7E-EB6443D14119}"/>
          </ac:spMkLst>
        </pc:spChg>
        <pc:spChg chg="add mod ord">
          <ac:chgData name="Roshni S" userId="a0143aa281aa84b2" providerId="LiveId" clId="{4E225CC7-4E75-482E-B6E7-FC1AD3AB2A34}" dt="2022-12-23T07:13:13.922" v="2582" actId="20577"/>
          <ac:spMkLst>
            <pc:docMk/>
            <pc:sldMk cId="239776597" sldId="274"/>
            <ac:spMk id="5" creationId="{DEF68C1F-080E-117E-E7B1-C9492E9CC54D}"/>
          </ac:spMkLst>
        </pc:spChg>
        <pc:spChg chg="add mod ord">
          <ac:chgData name="Roshni S" userId="a0143aa281aa84b2" providerId="LiveId" clId="{4E225CC7-4E75-482E-B6E7-FC1AD3AB2A34}" dt="2022-12-23T07:30:12.519" v="2890" actId="20577"/>
          <ac:spMkLst>
            <pc:docMk/>
            <pc:sldMk cId="239776597" sldId="274"/>
            <ac:spMk id="6" creationId="{4235E1DC-A8F3-DF7E-E84F-88C3A8B8CADE}"/>
          </ac:spMkLst>
        </pc:spChg>
      </pc:sldChg>
      <pc:sldChg chg="addSp delSp modSp new mod modClrScheme chgLayout">
        <pc:chgData name="Roshni S" userId="a0143aa281aa84b2" providerId="LiveId" clId="{4E225CC7-4E75-482E-B6E7-FC1AD3AB2A34}" dt="2022-12-23T07:34:57.218" v="2905" actId="1076"/>
        <pc:sldMkLst>
          <pc:docMk/>
          <pc:sldMk cId="861058307" sldId="275"/>
        </pc:sldMkLst>
        <pc:spChg chg="del mod ord">
          <ac:chgData name="Roshni S" userId="a0143aa281aa84b2" providerId="LiveId" clId="{4E225CC7-4E75-482E-B6E7-FC1AD3AB2A34}" dt="2022-12-23T07:25:07.831" v="2836" actId="700"/>
          <ac:spMkLst>
            <pc:docMk/>
            <pc:sldMk cId="861058307" sldId="275"/>
            <ac:spMk id="2" creationId="{055443B4-972C-33DC-6F77-127BC698E974}"/>
          </ac:spMkLst>
        </pc:spChg>
        <pc:spChg chg="del mod ord">
          <ac:chgData name="Roshni S" userId="a0143aa281aa84b2" providerId="LiveId" clId="{4E225CC7-4E75-482E-B6E7-FC1AD3AB2A34}" dt="2022-12-23T07:25:07.831" v="2836" actId="700"/>
          <ac:spMkLst>
            <pc:docMk/>
            <pc:sldMk cId="861058307" sldId="275"/>
            <ac:spMk id="3" creationId="{04311F76-C896-F7E5-0F16-03E04CBF3320}"/>
          </ac:spMkLst>
        </pc:spChg>
        <pc:spChg chg="add mod ord">
          <ac:chgData name="Roshni S" userId="a0143aa281aa84b2" providerId="LiveId" clId="{4E225CC7-4E75-482E-B6E7-FC1AD3AB2A34}" dt="2022-12-23T07:33:44.326" v="2891" actId="700"/>
          <ac:spMkLst>
            <pc:docMk/>
            <pc:sldMk cId="861058307" sldId="275"/>
            <ac:spMk id="4" creationId="{23F9F1AF-6920-E6CD-D674-9962EA2AEA33}"/>
          </ac:spMkLst>
        </pc:spChg>
        <pc:spChg chg="add del mod ord">
          <ac:chgData name="Roshni S" userId="a0143aa281aa84b2" providerId="LiveId" clId="{4E225CC7-4E75-482E-B6E7-FC1AD3AB2A34}" dt="2022-12-23T07:33:44.326" v="2891" actId="700"/>
          <ac:spMkLst>
            <pc:docMk/>
            <pc:sldMk cId="861058307" sldId="275"/>
            <ac:spMk id="5" creationId="{295A0FDE-6A09-323B-F312-9C542D369E29}"/>
          </ac:spMkLst>
        </pc:spChg>
        <pc:spChg chg="add del mod ord">
          <ac:chgData name="Roshni S" userId="a0143aa281aa84b2" providerId="LiveId" clId="{4E225CC7-4E75-482E-B6E7-FC1AD3AB2A34}" dt="2022-12-23T07:33:44.326" v="2891" actId="700"/>
          <ac:spMkLst>
            <pc:docMk/>
            <pc:sldMk cId="861058307" sldId="275"/>
            <ac:spMk id="6" creationId="{30A8275A-1673-9EFF-A0B6-4B23153A0A18}"/>
          </ac:spMkLst>
        </pc:spChg>
        <pc:spChg chg="add mod ord">
          <ac:chgData name="Roshni S" userId="a0143aa281aa84b2" providerId="LiveId" clId="{4E225CC7-4E75-482E-B6E7-FC1AD3AB2A34}" dt="2022-12-23T07:34:57.218" v="2905" actId="1076"/>
          <ac:spMkLst>
            <pc:docMk/>
            <pc:sldMk cId="861058307" sldId="275"/>
            <ac:spMk id="7" creationId="{FE228542-9D3A-CEF3-D08F-5960FE6858E6}"/>
          </ac:spMkLst>
        </pc:spChg>
      </pc:sldChg>
      <pc:sldChg chg="addSp delSp modSp new mod modClrScheme chgLayout">
        <pc:chgData name="Roshni S" userId="a0143aa281aa84b2" providerId="LiveId" clId="{4E225CC7-4E75-482E-B6E7-FC1AD3AB2A34}" dt="2022-12-23T07:42:14.687" v="2980" actId="1076"/>
        <pc:sldMkLst>
          <pc:docMk/>
          <pc:sldMk cId="24138129" sldId="276"/>
        </pc:sldMkLst>
        <pc:spChg chg="del mod ord">
          <ac:chgData name="Roshni S" userId="a0143aa281aa84b2" providerId="LiveId" clId="{4E225CC7-4E75-482E-B6E7-FC1AD3AB2A34}" dt="2022-12-23T07:36:11.006" v="2907" actId="700"/>
          <ac:spMkLst>
            <pc:docMk/>
            <pc:sldMk cId="24138129" sldId="276"/>
            <ac:spMk id="2" creationId="{8441B002-6AFE-C273-788C-7C8AB43A1D61}"/>
          </ac:spMkLst>
        </pc:spChg>
        <pc:spChg chg="del mod ord">
          <ac:chgData name="Roshni S" userId="a0143aa281aa84b2" providerId="LiveId" clId="{4E225CC7-4E75-482E-B6E7-FC1AD3AB2A34}" dt="2022-12-23T07:36:11.006" v="2907" actId="700"/>
          <ac:spMkLst>
            <pc:docMk/>
            <pc:sldMk cId="24138129" sldId="276"/>
            <ac:spMk id="3" creationId="{1DF12F8F-C7A3-9D7D-1610-D4EE70CFB16A}"/>
          </ac:spMkLst>
        </pc:spChg>
        <pc:spChg chg="add mod ord">
          <ac:chgData name="Roshni S" userId="a0143aa281aa84b2" providerId="LiveId" clId="{4E225CC7-4E75-482E-B6E7-FC1AD3AB2A34}" dt="2022-12-23T07:42:14.687" v="2980" actId="1076"/>
          <ac:spMkLst>
            <pc:docMk/>
            <pc:sldMk cId="24138129" sldId="276"/>
            <ac:spMk id="4" creationId="{842A041E-3B57-2B9B-C8F4-05AF735A5047}"/>
          </ac:spMkLst>
        </pc:spChg>
        <pc:spChg chg="add del mod ord">
          <ac:chgData name="Roshni S" userId="a0143aa281aa84b2" providerId="LiveId" clId="{4E225CC7-4E75-482E-B6E7-FC1AD3AB2A34}" dt="2022-12-23T07:38:34.226" v="2916" actId="21"/>
          <ac:spMkLst>
            <pc:docMk/>
            <pc:sldMk cId="24138129" sldId="276"/>
            <ac:spMk id="5" creationId="{D92C6AFF-5F0A-D6A0-8F63-6F08E8B4A3F2}"/>
          </ac:spMkLst>
        </pc:spChg>
      </pc:sldChg>
      <pc:sldChg chg="modSp new mod">
        <pc:chgData name="Roshni S" userId="a0143aa281aa84b2" providerId="LiveId" clId="{4E225CC7-4E75-482E-B6E7-FC1AD3AB2A34}" dt="2022-12-23T08:38:11.996" v="3129" actId="1076"/>
        <pc:sldMkLst>
          <pc:docMk/>
          <pc:sldMk cId="2517315039" sldId="277"/>
        </pc:sldMkLst>
        <pc:spChg chg="mod">
          <ac:chgData name="Roshni S" userId="a0143aa281aa84b2" providerId="LiveId" clId="{4E225CC7-4E75-482E-B6E7-FC1AD3AB2A34}" dt="2022-12-23T07:42:59.659" v="2987" actId="20577"/>
          <ac:spMkLst>
            <pc:docMk/>
            <pc:sldMk cId="2517315039" sldId="277"/>
            <ac:spMk id="2" creationId="{617C8FBF-9EAD-5DC2-C551-505414EC20B5}"/>
          </ac:spMkLst>
        </pc:spChg>
        <pc:spChg chg="mod">
          <ac:chgData name="Roshni S" userId="a0143aa281aa84b2" providerId="LiveId" clId="{4E225CC7-4E75-482E-B6E7-FC1AD3AB2A34}" dt="2022-12-23T08:38:11.996" v="3129" actId="1076"/>
          <ac:spMkLst>
            <pc:docMk/>
            <pc:sldMk cId="2517315039" sldId="277"/>
            <ac:spMk id="3" creationId="{8B1EAA83-9AB7-808C-1337-78B5FFB45D94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3T09:49:42.563" v="8385" actId="1076"/>
        <pc:sldMkLst>
          <pc:docMk/>
          <pc:sldMk cId="373037507" sldId="278"/>
        </pc:sldMkLst>
        <pc:spChg chg="mod ord">
          <ac:chgData name="Roshni S" userId="a0143aa281aa84b2" providerId="LiveId" clId="{4E225CC7-4E75-482E-B6E7-FC1AD3AB2A34}" dt="2022-12-23T12:38:28.803" v="3160" actId="700"/>
          <ac:spMkLst>
            <pc:docMk/>
            <pc:sldMk cId="373037507" sldId="278"/>
            <ac:spMk id="2" creationId="{A78B119E-3187-8A00-7356-B17AD0CAA03E}"/>
          </ac:spMkLst>
        </pc:spChg>
        <pc:spChg chg="mod ord">
          <ac:chgData name="Roshni S" userId="a0143aa281aa84b2" providerId="LiveId" clId="{4E225CC7-4E75-482E-B6E7-FC1AD3AB2A34}" dt="2023-01-03T09:49:42.563" v="8385" actId="1076"/>
          <ac:spMkLst>
            <pc:docMk/>
            <pc:sldMk cId="373037507" sldId="278"/>
            <ac:spMk id="3" creationId="{3AA3C6E8-F183-DDA6-ECC2-C0987ED5C486}"/>
          </ac:spMkLst>
        </pc:spChg>
        <pc:spChg chg="add del mod ord">
          <ac:chgData name="Roshni S" userId="a0143aa281aa84b2" providerId="LiveId" clId="{4E225CC7-4E75-482E-B6E7-FC1AD3AB2A34}" dt="2022-12-26T09:21:36.932" v="3347" actId="21"/>
          <ac:spMkLst>
            <pc:docMk/>
            <pc:sldMk cId="373037507" sldId="278"/>
            <ac:spMk id="4" creationId="{5AFCC4AA-7BAD-2152-B1FE-64ABA917EC28}"/>
          </ac:spMkLst>
        </pc:spChg>
      </pc:sldChg>
      <pc:sldChg chg="addSp delSp modSp new mod ord modClrScheme chgLayout">
        <pc:chgData name="Roshni S" userId="a0143aa281aa84b2" providerId="LiveId" clId="{4E225CC7-4E75-482E-B6E7-FC1AD3AB2A34}" dt="2023-01-06T12:19:39.715" v="9832" actId="1076"/>
        <pc:sldMkLst>
          <pc:docMk/>
          <pc:sldMk cId="4217514916" sldId="279"/>
        </pc:sldMkLst>
        <pc:spChg chg="add mod">
          <ac:chgData name="Roshni S" userId="a0143aa281aa84b2" providerId="LiveId" clId="{4E225CC7-4E75-482E-B6E7-FC1AD3AB2A34}" dt="2023-01-06T12:19:39.715" v="9832" actId="1076"/>
          <ac:spMkLst>
            <pc:docMk/>
            <pc:sldMk cId="4217514916" sldId="279"/>
            <ac:spMk id="2" creationId="{97DE4CBC-25F6-6488-1B4B-6D2D51531355}"/>
          </ac:spMkLst>
        </pc:spChg>
        <pc:spChg chg="del">
          <ac:chgData name="Roshni S" userId="a0143aa281aa84b2" providerId="LiveId" clId="{4E225CC7-4E75-482E-B6E7-FC1AD3AB2A34}" dt="2022-12-26T09:59:33.193" v="3419" actId="700"/>
          <ac:spMkLst>
            <pc:docMk/>
            <pc:sldMk cId="4217514916" sldId="279"/>
            <ac:spMk id="2" creationId="{A8B50A7A-FCB7-D845-8BF7-7E90526462F4}"/>
          </ac:spMkLst>
        </pc:spChg>
        <pc:spChg chg="add del mod">
          <ac:chgData name="Roshni S" userId="a0143aa281aa84b2" providerId="LiveId" clId="{4E225CC7-4E75-482E-B6E7-FC1AD3AB2A34}" dt="2023-01-04T13:30:28.095" v="9201" actId="21"/>
          <ac:spMkLst>
            <pc:docMk/>
            <pc:sldMk cId="4217514916" sldId="279"/>
            <ac:spMk id="2" creationId="{C526A2CE-32C9-55DD-E75D-DC831BCA3BAC}"/>
          </ac:spMkLst>
        </pc:spChg>
        <pc:spChg chg="add del mod">
          <ac:chgData name="Roshni S" userId="a0143aa281aa84b2" providerId="LiveId" clId="{4E225CC7-4E75-482E-B6E7-FC1AD3AB2A34}" dt="2023-01-04T13:30:41.355" v="9204"/>
          <ac:spMkLst>
            <pc:docMk/>
            <pc:sldMk cId="4217514916" sldId="279"/>
            <ac:spMk id="3" creationId="{1D0B4186-8A64-5ED6-E905-6165E9A04E5F}"/>
          </ac:spMkLst>
        </pc:spChg>
        <pc:spChg chg="del">
          <ac:chgData name="Roshni S" userId="a0143aa281aa84b2" providerId="LiveId" clId="{4E225CC7-4E75-482E-B6E7-FC1AD3AB2A34}" dt="2022-12-26T09:59:33.193" v="3419" actId="700"/>
          <ac:spMkLst>
            <pc:docMk/>
            <pc:sldMk cId="4217514916" sldId="279"/>
            <ac:spMk id="3" creationId="{8808D61D-FF5E-9871-85F4-07F29AB21F5F}"/>
          </ac:spMkLst>
        </pc:spChg>
        <pc:spChg chg="add del mod">
          <ac:chgData name="Roshni S" userId="a0143aa281aa84b2" providerId="LiveId" clId="{4E225CC7-4E75-482E-B6E7-FC1AD3AB2A34}" dt="2022-12-29T06:33:20.260" v="5013"/>
          <ac:spMkLst>
            <pc:docMk/>
            <pc:sldMk cId="4217514916" sldId="279"/>
            <ac:spMk id="3" creationId="{D16E6B77-8686-6049-4745-BF7F38EB62C2}"/>
          </ac:spMkLst>
        </pc:spChg>
        <pc:spChg chg="add mod ord">
          <ac:chgData name="Roshni S" userId="a0143aa281aa84b2" providerId="LiveId" clId="{4E225CC7-4E75-482E-B6E7-FC1AD3AB2A34}" dt="2023-01-05T11:05:40.697" v="9552" actId="20577"/>
          <ac:spMkLst>
            <pc:docMk/>
            <pc:sldMk cId="4217514916" sldId="279"/>
            <ac:spMk id="4" creationId="{3CC5B2D4-3693-AB1C-B534-1BBFF2AE53D2}"/>
          </ac:spMkLst>
        </pc:spChg>
        <pc:spChg chg="add mod ord">
          <ac:chgData name="Roshni S" userId="a0143aa281aa84b2" providerId="LiveId" clId="{4E225CC7-4E75-482E-B6E7-FC1AD3AB2A34}" dt="2023-01-06T12:19:33.122" v="9831" actId="1076"/>
          <ac:spMkLst>
            <pc:docMk/>
            <pc:sldMk cId="4217514916" sldId="279"/>
            <ac:spMk id="5" creationId="{27384D3F-F447-4C2F-51DA-58C4094B7C64}"/>
          </ac:spMkLst>
        </pc:spChg>
      </pc:sldChg>
      <pc:sldChg chg="addSp delSp modSp new mod modClrScheme chgLayout">
        <pc:chgData name="Roshni S" userId="a0143aa281aa84b2" providerId="LiveId" clId="{4E225CC7-4E75-482E-B6E7-FC1AD3AB2A34}" dt="2022-12-28T05:31:49.378" v="4590" actId="20577"/>
        <pc:sldMkLst>
          <pc:docMk/>
          <pc:sldMk cId="2644214955" sldId="280"/>
        </pc:sldMkLst>
        <pc:spChg chg="del">
          <ac:chgData name="Roshni S" userId="a0143aa281aa84b2" providerId="LiveId" clId="{4E225CC7-4E75-482E-B6E7-FC1AD3AB2A34}" dt="2022-12-28T04:50:31.993" v="3729" actId="700"/>
          <ac:spMkLst>
            <pc:docMk/>
            <pc:sldMk cId="2644214955" sldId="280"/>
            <ac:spMk id="2" creationId="{441563EF-FB91-B89E-249D-C22106040886}"/>
          </ac:spMkLst>
        </pc:spChg>
        <pc:spChg chg="del">
          <ac:chgData name="Roshni S" userId="a0143aa281aa84b2" providerId="LiveId" clId="{4E225CC7-4E75-482E-B6E7-FC1AD3AB2A34}" dt="2022-12-28T04:50:31.993" v="3729" actId="700"/>
          <ac:spMkLst>
            <pc:docMk/>
            <pc:sldMk cId="2644214955" sldId="280"/>
            <ac:spMk id="3" creationId="{31AB8618-130D-5BE8-66F5-E0E48AB21019}"/>
          </ac:spMkLst>
        </pc:spChg>
        <pc:spChg chg="add del mod">
          <ac:chgData name="Roshni S" userId="a0143aa281aa84b2" providerId="LiveId" clId="{4E225CC7-4E75-482E-B6E7-FC1AD3AB2A34}" dt="2022-12-28T04:51:01.786" v="3734" actId="21"/>
          <ac:spMkLst>
            <pc:docMk/>
            <pc:sldMk cId="2644214955" sldId="280"/>
            <ac:spMk id="4" creationId="{A13198EA-DCB5-0068-53E3-5BEC3CE46996}"/>
          </ac:spMkLst>
        </pc:spChg>
        <pc:spChg chg="add mod">
          <ac:chgData name="Roshni S" userId="a0143aa281aa84b2" providerId="LiveId" clId="{4E225CC7-4E75-482E-B6E7-FC1AD3AB2A34}" dt="2022-12-28T04:51:11.005" v="3737" actId="14100"/>
          <ac:spMkLst>
            <pc:docMk/>
            <pc:sldMk cId="2644214955" sldId="280"/>
            <ac:spMk id="6" creationId="{DEE95F48-48F9-215D-EF0D-1C85DE472CB1}"/>
          </ac:spMkLst>
        </pc:spChg>
        <pc:spChg chg="add mod ord">
          <ac:chgData name="Roshni S" userId="a0143aa281aa84b2" providerId="LiveId" clId="{4E225CC7-4E75-482E-B6E7-FC1AD3AB2A34}" dt="2022-12-28T04:52:33.314" v="3746" actId="1076"/>
          <ac:spMkLst>
            <pc:docMk/>
            <pc:sldMk cId="2644214955" sldId="280"/>
            <ac:spMk id="8" creationId="{51F2B015-5BC2-DBE6-F903-A0415C8E3495}"/>
          </ac:spMkLst>
        </pc:spChg>
        <pc:spChg chg="add del mod ord">
          <ac:chgData name="Roshni S" userId="a0143aa281aa84b2" providerId="LiveId" clId="{4E225CC7-4E75-482E-B6E7-FC1AD3AB2A34}" dt="2022-12-28T04:51:46.215" v="3740" actId="21"/>
          <ac:spMkLst>
            <pc:docMk/>
            <pc:sldMk cId="2644214955" sldId="280"/>
            <ac:spMk id="9" creationId="{18E5C44F-B230-850D-2305-95A5D2AD75F4}"/>
          </ac:spMkLst>
        </pc:spChg>
        <pc:graphicFrameChg chg="add del mod modGraphic">
          <ac:chgData name="Roshni S" userId="a0143aa281aa84b2" providerId="LiveId" clId="{4E225CC7-4E75-482E-B6E7-FC1AD3AB2A34}" dt="2022-12-28T04:51:01.786" v="3734" actId="21"/>
          <ac:graphicFrameMkLst>
            <pc:docMk/>
            <pc:sldMk cId="2644214955" sldId="280"/>
            <ac:graphicFrameMk id="5" creationId="{8BB0F0E0-4F97-806A-8236-97365CAE82EF}"/>
          </ac:graphicFrameMkLst>
        </pc:graphicFrameChg>
        <pc:graphicFrameChg chg="add mod modGraphic">
          <ac:chgData name="Roshni S" userId="a0143aa281aa84b2" providerId="LiveId" clId="{4E225CC7-4E75-482E-B6E7-FC1AD3AB2A34}" dt="2022-12-28T05:31:49.378" v="4590" actId="20577"/>
          <ac:graphicFrameMkLst>
            <pc:docMk/>
            <pc:sldMk cId="2644214955" sldId="280"/>
            <ac:graphicFrameMk id="7" creationId="{6272D96B-EA00-BA3A-F4DB-65200318ABB6}"/>
          </ac:graphicFrameMkLst>
        </pc:graphicFrameChg>
      </pc:sldChg>
      <pc:sldChg chg="addSp delSp modSp new mod">
        <pc:chgData name="Roshni S" userId="a0143aa281aa84b2" providerId="LiveId" clId="{4E225CC7-4E75-482E-B6E7-FC1AD3AB2A34}" dt="2022-12-28T05:29:27.235" v="4496" actId="207"/>
        <pc:sldMkLst>
          <pc:docMk/>
          <pc:sldMk cId="2715399573" sldId="281"/>
        </pc:sldMkLst>
        <pc:spChg chg="mod">
          <ac:chgData name="Roshni S" userId="a0143aa281aa84b2" providerId="LiveId" clId="{4E225CC7-4E75-482E-B6E7-FC1AD3AB2A34}" dt="2022-12-28T04:54:01.407" v="3766" actId="207"/>
          <ac:spMkLst>
            <pc:docMk/>
            <pc:sldMk cId="2715399573" sldId="281"/>
            <ac:spMk id="2" creationId="{6B0A77D2-3F87-7FA8-5E65-183822E4A7A0}"/>
          </ac:spMkLst>
        </pc:spChg>
        <pc:spChg chg="del">
          <ac:chgData name="Roshni S" userId="a0143aa281aa84b2" providerId="LiveId" clId="{4E225CC7-4E75-482E-B6E7-FC1AD3AB2A34}" dt="2022-12-28T04:54:22.951" v="3767"/>
          <ac:spMkLst>
            <pc:docMk/>
            <pc:sldMk cId="2715399573" sldId="281"/>
            <ac:spMk id="3" creationId="{C1787A96-37B6-C725-F17A-7C70639018D5}"/>
          </ac:spMkLst>
        </pc:spChg>
        <pc:graphicFrameChg chg="add mod modGraphic">
          <ac:chgData name="Roshni S" userId="a0143aa281aa84b2" providerId="LiveId" clId="{4E225CC7-4E75-482E-B6E7-FC1AD3AB2A34}" dt="2022-12-28T05:29:27.235" v="4496" actId="207"/>
          <ac:graphicFrameMkLst>
            <pc:docMk/>
            <pc:sldMk cId="2715399573" sldId="281"/>
            <ac:graphicFrameMk id="4" creationId="{842BC135-42E8-1CB0-0DE4-51252D49AC6D}"/>
          </ac:graphicFrameMkLst>
        </pc:graphicFrameChg>
      </pc:sldChg>
      <pc:sldChg chg="addSp delSp modSp new mod">
        <pc:chgData name="Roshni S" userId="a0143aa281aa84b2" providerId="LiveId" clId="{4E225CC7-4E75-482E-B6E7-FC1AD3AB2A34}" dt="2022-12-28T07:10:45.834" v="4599" actId="255"/>
        <pc:sldMkLst>
          <pc:docMk/>
          <pc:sldMk cId="158943120" sldId="282"/>
        </pc:sldMkLst>
        <pc:spChg chg="mod">
          <ac:chgData name="Roshni S" userId="a0143aa281aa84b2" providerId="LiveId" clId="{4E225CC7-4E75-482E-B6E7-FC1AD3AB2A34}" dt="2022-12-28T04:55:54.977" v="3775" actId="20577"/>
          <ac:spMkLst>
            <pc:docMk/>
            <pc:sldMk cId="158943120" sldId="282"/>
            <ac:spMk id="2" creationId="{6DDADC9D-2E2A-BAAC-6CA3-B4C3045600E3}"/>
          </ac:spMkLst>
        </pc:spChg>
        <pc:spChg chg="del">
          <ac:chgData name="Roshni S" userId="a0143aa281aa84b2" providerId="LiveId" clId="{4E225CC7-4E75-482E-B6E7-FC1AD3AB2A34}" dt="2022-12-28T04:56:33.121" v="3776"/>
          <ac:spMkLst>
            <pc:docMk/>
            <pc:sldMk cId="158943120" sldId="282"/>
            <ac:spMk id="3" creationId="{58A730B5-E565-18E1-184E-D875C31C7DED}"/>
          </ac:spMkLst>
        </pc:spChg>
        <pc:spChg chg="add del mod">
          <ac:chgData name="Roshni S" userId="a0143aa281aa84b2" providerId="LiveId" clId="{4E225CC7-4E75-482E-B6E7-FC1AD3AB2A34}" dt="2022-12-28T04:58:10.537" v="3785"/>
          <ac:spMkLst>
            <pc:docMk/>
            <pc:sldMk cId="158943120" sldId="282"/>
            <ac:spMk id="6" creationId="{1933CAEB-CF78-A84E-719C-C9E000F24302}"/>
          </ac:spMkLst>
        </pc:spChg>
        <pc:graphicFrameChg chg="add del mod modGraphic">
          <ac:chgData name="Roshni S" userId="a0143aa281aa84b2" providerId="LiveId" clId="{4E225CC7-4E75-482E-B6E7-FC1AD3AB2A34}" dt="2022-12-28T04:57:47.320" v="3782" actId="21"/>
          <ac:graphicFrameMkLst>
            <pc:docMk/>
            <pc:sldMk cId="158943120" sldId="282"/>
            <ac:graphicFrameMk id="4" creationId="{601C4327-703D-AF52-D22D-0F14FCC97CC1}"/>
          </ac:graphicFrameMkLst>
        </pc:graphicFrameChg>
        <pc:graphicFrameChg chg="add mod modGraphic">
          <ac:chgData name="Roshni S" userId="a0143aa281aa84b2" providerId="LiveId" clId="{4E225CC7-4E75-482E-B6E7-FC1AD3AB2A34}" dt="2022-12-28T07:10:45.834" v="4599" actId="255"/>
          <ac:graphicFrameMkLst>
            <pc:docMk/>
            <pc:sldMk cId="158943120" sldId="282"/>
            <ac:graphicFrameMk id="7" creationId="{30AD50FC-C1D0-8E3D-A60D-590482BD2053}"/>
          </ac:graphicFrameMkLst>
        </pc:graphicFrameChg>
      </pc:sldChg>
      <pc:sldChg chg="addSp delSp modSp new mod">
        <pc:chgData name="Roshni S" userId="a0143aa281aa84b2" providerId="LiveId" clId="{4E225CC7-4E75-482E-B6E7-FC1AD3AB2A34}" dt="2023-01-11T04:10:57.402" v="11344" actId="20577"/>
        <pc:sldMkLst>
          <pc:docMk/>
          <pc:sldMk cId="3088342296" sldId="283"/>
        </pc:sldMkLst>
        <pc:spChg chg="mod">
          <ac:chgData name="Roshni S" userId="a0143aa281aa84b2" providerId="LiveId" clId="{4E225CC7-4E75-482E-B6E7-FC1AD3AB2A34}" dt="2022-12-28T05:03:25.057" v="3794" actId="20577"/>
          <ac:spMkLst>
            <pc:docMk/>
            <pc:sldMk cId="3088342296" sldId="283"/>
            <ac:spMk id="2" creationId="{13929604-E614-35C0-8BE8-07AD79084E16}"/>
          </ac:spMkLst>
        </pc:spChg>
        <pc:spChg chg="del">
          <ac:chgData name="Roshni S" userId="a0143aa281aa84b2" providerId="LiveId" clId="{4E225CC7-4E75-482E-B6E7-FC1AD3AB2A34}" dt="2022-12-28T05:02:55.945" v="3789"/>
          <ac:spMkLst>
            <pc:docMk/>
            <pc:sldMk cId="3088342296" sldId="283"/>
            <ac:spMk id="3" creationId="{E2203433-F5B3-6009-00A6-7675D110662C}"/>
          </ac:spMkLst>
        </pc:spChg>
        <pc:spChg chg="add mod">
          <ac:chgData name="Roshni S" userId="a0143aa281aa84b2" providerId="LiveId" clId="{4E225CC7-4E75-482E-B6E7-FC1AD3AB2A34}" dt="2023-01-11T04:10:57.402" v="11344" actId="20577"/>
          <ac:spMkLst>
            <pc:docMk/>
            <pc:sldMk cId="3088342296" sldId="283"/>
            <ac:spMk id="6" creationId="{ACD884AC-D773-ECA2-3BBB-16431ACA5D70}"/>
          </ac:spMkLst>
        </pc:spChg>
        <pc:graphicFrameChg chg="add del mod modGraphic">
          <ac:chgData name="Roshni S" userId="a0143aa281aa84b2" providerId="LiveId" clId="{4E225CC7-4E75-482E-B6E7-FC1AD3AB2A34}" dt="2022-12-28T05:22:16.542" v="4210" actId="21"/>
          <ac:graphicFrameMkLst>
            <pc:docMk/>
            <pc:sldMk cId="3088342296" sldId="283"/>
            <ac:graphicFrameMk id="4" creationId="{50A2812B-913F-A570-F735-679369C92973}"/>
          </ac:graphicFrameMkLst>
        </pc:graphicFrameChg>
      </pc:sldChg>
      <pc:sldChg chg="addSp delSp modSp new mod modClrScheme chgLayout">
        <pc:chgData name="Roshni S" userId="a0143aa281aa84b2" providerId="LiveId" clId="{4E225CC7-4E75-482E-B6E7-FC1AD3AB2A34}" dt="2022-12-28T07:12:39.242" v="4609" actId="20577"/>
        <pc:sldMkLst>
          <pc:docMk/>
          <pc:sldMk cId="3592540878" sldId="284"/>
        </pc:sldMkLst>
        <pc:spChg chg="mod ord">
          <ac:chgData name="Roshni S" userId="a0143aa281aa84b2" providerId="LiveId" clId="{4E225CC7-4E75-482E-B6E7-FC1AD3AB2A34}" dt="2022-12-28T05:07:51.370" v="3957" actId="1076"/>
          <ac:spMkLst>
            <pc:docMk/>
            <pc:sldMk cId="3592540878" sldId="284"/>
            <ac:spMk id="2" creationId="{A4147C08-4CF6-2ABA-6689-421A659B04D0}"/>
          </ac:spMkLst>
        </pc:spChg>
        <pc:spChg chg="del">
          <ac:chgData name="Roshni S" userId="a0143aa281aa84b2" providerId="LiveId" clId="{4E225CC7-4E75-482E-B6E7-FC1AD3AB2A34}" dt="2022-12-28T05:04:17.479" v="3798" actId="700"/>
          <ac:spMkLst>
            <pc:docMk/>
            <pc:sldMk cId="3592540878" sldId="284"/>
            <ac:spMk id="3" creationId="{3C4E7911-4CDE-5E15-5C3E-CABCBD3E0DFD}"/>
          </ac:spMkLst>
        </pc:spChg>
        <pc:spChg chg="add mod">
          <ac:chgData name="Roshni S" userId="a0143aa281aa84b2" providerId="LiveId" clId="{4E225CC7-4E75-482E-B6E7-FC1AD3AB2A34}" dt="2022-12-28T07:11:24.458" v="4605" actId="20577"/>
          <ac:spMkLst>
            <pc:docMk/>
            <pc:sldMk cId="3592540878" sldId="284"/>
            <ac:spMk id="4" creationId="{944A0DCC-DE39-06DB-974E-7A69C7B5227B}"/>
          </ac:spMkLst>
        </pc:spChg>
        <pc:spChg chg="add del mod">
          <ac:chgData name="Roshni S" userId="a0143aa281aa84b2" providerId="LiveId" clId="{4E225CC7-4E75-482E-B6E7-FC1AD3AB2A34}" dt="2022-12-28T05:09:06.542" v="3990" actId="21"/>
          <ac:spMkLst>
            <pc:docMk/>
            <pc:sldMk cId="3592540878" sldId="284"/>
            <ac:spMk id="5" creationId="{EFCC6257-5D3E-D17C-9DCC-60D7F4AAA059}"/>
          </ac:spMkLst>
        </pc:spChg>
        <pc:spChg chg="add del">
          <ac:chgData name="Roshni S" userId="a0143aa281aa84b2" providerId="LiveId" clId="{4E225CC7-4E75-482E-B6E7-FC1AD3AB2A34}" dt="2022-12-28T05:09:06.542" v="3990" actId="21"/>
          <ac:spMkLst>
            <pc:docMk/>
            <pc:sldMk cId="3592540878" sldId="284"/>
            <ac:spMk id="6" creationId="{87BEC06F-5D18-498B-E79F-B7F452794FA4}"/>
          </ac:spMkLst>
        </pc:spChg>
        <pc:spChg chg="add mod">
          <ac:chgData name="Roshni S" userId="a0143aa281aa84b2" providerId="LiveId" clId="{4E225CC7-4E75-482E-B6E7-FC1AD3AB2A34}" dt="2022-12-28T07:12:39.242" v="4609" actId="20577"/>
          <ac:spMkLst>
            <pc:docMk/>
            <pc:sldMk cId="3592540878" sldId="284"/>
            <ac:spMk id="7" creationId="{A530FD8E-5EF5-CCB9-25A2-3F36302A3765}"/>
          </ac:spMkLst>
        </pc:spChg>
      </pc:sldChg>
      <pc:sldChg chg="modSp new mod ord">
        <pc:chgData name="Roshni S" userId="a0143aa281aa84b2" providerId="LiveId" clId="{4E225CC7-4E75-482E-B6E7-FC1AD3AB2A34}" dt="2023-01-04T13:23:03.788" v="9161"/>
        <pc:sldMkLst>
          <pc:docMk/>
          <pc:sldMk cId="3789956980" sldId="285"/>
        </pc:sldMkLst>
        <pc:spChg chg="mod">
          <ac:chgData name="Roshni S" userId="a0143aa281aa84b2" providerId="LiveId" clId="{4E225CC7-4E75-482E-B6E7-FC1AD3AB2A34}" dt="2022-12-29T06:19:38.392" v="4687" actId="20577"/>
          <ac:spMkLst>
            <pc:docMk/>
            <pc:sldMk cId="3789956980" sldId="285"/>
            <ac:spMk id="2" creationId="{ADEF05FF-940E-30D0-9DFF-0C06D1D131AB}"/>
          </ac:spMkLst>
        </pc:spChg>
        <pc:spChg chg="mod">
          <ac:chgData name="Roshni S" userId="a0143aa281aa84b2" providerId="LiveId" clId="{4E225CC7-4E75-482E-B6E7-FC1AD3AB2A34}" dt="2022-12-29T06:23:38.127" v="4871" actId="20577"/>
          <ac:spMkLst>
            <pc:docMk/>
            <pc:sldMk cId="3789956980" sldId="285"/>
            <ac:spMk id="3" creationId="{12280C94-27D4-F833-7025-51FF1159D043}"/>
          </ac:spMkLst>
        </pc:spChg>
      </pc:sldChg>
      <pc:sldChg chg="modSp new del mod">
        <pc:chgData name="Roshni S" userId="a0143aa281aa84b2" providerId="LiveId" clId="{4E225CC7-4E75-482E-B6E7-FC1AD3AB2A34}" dt="2022-12-28T07:17:15.260" v="4667" actId="2696"/>
        <pc:sldMkLst>
          <pc:docMk/>
          <pc:sldMk cId="4039965142" sldId="285"/>
        </pc:sldMkLst>
        <pc:spChg chg="mod">
          <ac:chgData name="Roshni S" userId="a0143aa281aa84b2" providerId="LiveId" clId="{4E225CC7-4E75-482E-B6E7-FC1AD3AB2A34}" dt="2022-12-28T07:15:58.536" v="4619" actId="20577"/>
          <ac:spMkLst>
            <pc:docMk/>
            <pc:sldMk cId="4039965142" sldId="285"/>
            <ac:spMk id="2" creationId="{78BD7D88-0D53-2332-C34E-0DF5404BCF11}"/>
          </ac:spMkLst>
        </pc:spChg>
        <pc:spChg chg="mod">
          <ac:chgData name="Roshni S" userId="a0143aa281aa84b2" providerId="LiveId" clId="{4E225CC7-4E75-482E-B6E7-FC1AD3AB2A34}" dt="2022-12-28T07:16:50.953" v="4666" actId="1076"/>
          <ac:spMkLst>
            <pc:docMk/>
            <pc:sldMk cId="4039965142" sldId="285"/>
            <ac:spMk id="3" creationId="{C4DE60B2-5CBE-0D7B-F611-370096A72947}"/>
          </ac:spMkLst>
        </pc:spChg>
      </pc:sldChg>
      <pc:sldChg chg="modSp new mod ord">
        <pc:chgData name="Roshni S" userId="a0143aa281aa84b2" providerId="LiveId" clId="{4E225CC7-4E75-482E-B6E7-FC1AD3AB2A34}" dt="2023-01-04T13:23:24.104" v="9163"/>
        <pc:sldMkLst>
          <pc:docMk/>
          <pc:sldMk cId="615074706" sldId="286"/>
        </pc:sldMkLst>
        <pc:spChg chg="mod">
          <ac:chgData name="Roshni S" userId="a0143aa281aa84b2" providerId="LiveId" clId="{4E225CC7-4E75-482E-B6E7-FC1AD3AB2A34}" dt="2022-12-29T06:24:07.639" v="4891" actId="20577"/>
          <ac:spMkLst>
            <pc:docMk/>
            <pc:sldMk cId="615074706" sldId="286"/>
            <ac:spMk id="2" creationId="{310A638F-4CB6-52E4-C1C5-8E74D2FA0654}"/>
          </ac:spMkLst>
        </pc:spChg>
        <pc:spChg chg="mod">
          <ac:chgData name="Roshni S" userId="a0143aa281aa84b2" providerId="LiveId" clId="{4E225CC7-4E75-482E-B6E7-FC1AD3AB2A34}" dt="2022-12-29T06:26:50.397" v="4955" actId="1076"/>
          <ac:spMkLst>
            <pc:docMk/>
            <pc:sldMk cId="615074706" sldId="286"/>
            <ac:spMk id="3" creationId="{0309DFF6-D850-1115-622A-A9F27B2EEA41}"/>
          </ac:spMkLst>
        </pc:spChg>
      </pc:sldChg>
      <pc:sldChg chg="addSp delSp modSp new mod ord modClrScheme chgLayout">
        <pc:chgData name="Roshni S" userId="a0143aa281aa84b2" providerId="LiveId" clId="{4E225CC7-4E75-482E-B6E7-FC1AD3AB2A34}" dt="2023-01-04T13:25:40.856" v="9173"/>
        <pc:sldMkLst>
          <pc:docMk/>
          <pc:sldMk cId="3883208402" sldId="287"/>
        </pc:sldMkLst>
        <pc:spChg chg="del mod ord">
          <ac:chgData name="Roshni S" userId="a0143aa281aa84b2" providerId="LiveId" clId="{4E225CC7-4E75-482E-B6E7-FC1AD3AB2A34}" dt="2022-12-29T07:15:54.963" v="5235" actId="21"/>
          <ac:spMkLst>
            <pc:docMk/>
            <pc:sldMk cId="3883208402" sldId="287"/>
            <ac:spMk id="2" creationId="{5774A355-D344-A257-E5F5-FC581BEA65E9}"/>
          </ac:spMkLst>
        </pc:spChg>
        <pc:spChg chg="add mod">
          <ac:chgData name="Roshni S" userId="a0143aa281aa84b2" providerId="LiveId" clId="{4E225CC7-4E75-482E-B6E7-FC1AD3AB2A34}" dt="2023-01-01T07:52:46.673" v="7087" actId="115"/>
          <ac:spMkLst>
            <pc:docMk/>
            <pc:sldMk cId="3883208402" sldId="287"/>
            <ac:spMk id="2" creationId="{F28AE737-A273-B047-FA6D-51DEF0AF9806}"/>
          </ac:spMkLst>
        </pc:spChg>
        <pc:spChg chg="mod ord">
          <ac:chgData name="Roshni S" userId="a0143aa281aa84b2" providerId="LiveId" clId="{4E225CC7-4E75-482E-B6E7-FC1AD3AB2A34}" dt="2023-01-01T07:51:52.649" v="7080" actId="1076"/>
          <ac:spMkLst>
            <pc:docMk/>
            <pc:sldMk cId="3883208402" sldId="287"/>
            <ac:spMk id="3" creationId="{C8857DE9-9B30-BECD-2D83-EEF72ED0AF09}"/>
          </ac:spMkLst>
        </pc:spChg>
        <pc:spChg chg="add mod">
          <ac:chgData name="Roshni S" userId="a0143aa281aa84b2" providerId="LiveId" clId="{4E225CC7-4E75-482E-B6E7-FC1AD3AB2A34}" dt="2023-01-01T07:52:32.477" v="7085" actId="1076"/>
          <ac:spMkLst>
            <pc:docMk/>
            <pc:sldMk cId="3883208402" sldId="287"/>
            <ac:spMk id="4" creationId="{3A979CEF-BFB0-9331-7F90-82C364BD0B05}"/>
          </ac:spMkLst>
        </pc:spChg>
        <pc:spChg chg="add mod">
          <ac:chgData name="Roshni S" userId="a0143aa281aa84b2" providerId="LiveId" clId="{4E225CC7-4E75-482E-B6E7-FC1AD3AB2A34}" dt="2023-01-01T07:52:37.436" v="7086" actId="1076"/>
          <ac:spMkLst>
            <pc:docMk/>
            <pc:sldMk cId="3883208402" sldId="287"/>
            <ac:spMk id="5" creationId="{B9DA774C-15EF-14C2-E7C6-3FF39D007E1E}"/>
          </ac:spMkLst>
        </pc:spChg>
      </pc:sldChg>
      <pc:sldChg chg="addSp modSp new mod ord">
        <pc:chgData name="Roshni S" userId="a0143aa281aa84b2" providerId="LiveId" clId="{4E225CC7-4E75-482E-B6E7-FC1AD3AB2A34}" dt="2023-01-04T13:25:50.329" v="9175"/>
        <pc:sldMkLst>
          <pc:docMk/>
          <pc:sldMk cId="1775523226" sldId="288"/>
        </pc:sldMkLst>
        <pc:spChg chg="add mod">
          <ac:chgData name="Roshni S" userId="a0143aa281aa84b2" providerId="LiveId" clId="{4E225CC7-4E75-482E-B6E7-FC1AD3AB2A34}" dt="2022-12-29T07:30:54.971" v="5793" actId="1076"/>
          <ac:spMkLst>
            <pc:docMk/>
            <pc:sldMk cId="1775523226" sldId="288"/>
            <ac:spMk id="2" creationId="{34E679A5-1F67-EE83-6376-EBA30C63A226}"/>
          </ac:spMkLst>
        </pc:spChg>
        <pc:spChg chg="add mod">
          <ac:chgData name="Roshni S" userId="a0143aa281aa84b2" providerId="LiveId" clId="{4E225CC7-4E75-482E-B6E7-FC1AD3AB2A34}" dt="2022-12-29T07:30:49.280" v="5792" actId="1076"/>
          <ac:spMkLst>
            <pc:docMk/>
            <pc:sldMk cId="1775523226" sldId="288"/>
            <ac:spMk id="3" creationId="{B6306752-9804-4FA5-DCE4-66983A193D47}"/>
          </ac:spMkLst>
        </pc:spChg>
      </pc:sldChg>
      <pc:sldChg chg="addSp modSp new mod ord">
        <pc:chgData name="Roshni S" userId="a0143aa281aa84b2" providerId="LiveId" clId="{4E225CC7-4E75-482E-B6E7-FC1AD3AB2A34}" dt="2023-01-04T13:26:05.346" v="9177"/>
        <pc:sldMkLst>
          <pc:docMk/>
          <pc:sldMk cId="4026590867" sldId="289"/>
        </pc:sldMkLst>
        <pc:spChg chg="add mod">
          <ac:chgData name="Roshni S" userId="a0143aa281aa84b2" providerId="LiveId" clId="{4E225CC7-4E75-482E-B6E7-FC1AD3AB2A34}" dt="2022-12-29T07:42:54.941" v="6075" actId="1076"/>
          <ac:spMkLst>
            <pc:docMk/>
            <pc:sldMk cId="4026590867" sldId="289"/>
            <ac:spMk id="2" creationId="{8F02BCC5-4D46-EE2F-9297-F93769E0BDBE}"/>
          </ac:spMkLst>
        </pc:spChg>
      </pc:sldChg>
      <pc:sldChg chg="addSp delSp modSp new mod ord">
        <pc:chgData name="Roshni S" userId="a0143aa281aa84b2" providerId="LiveId" clId="{4E225CC7-4E75-482E-B6E7-FC1AD3AB2A34}" dt="2023-01-04T13:26:22.643" v="9179"/>
        <pc:sldMkLst>
          <pc:docMk/>
          <pc:sldMk cId="46243931" sldId="290"/>
        </pc:sldMkLst>
        <pc:spChg chg="add del mod">
          <ac:chgData name="Roshni S" userId="a0143aa281aa84b2" providerId="LiveId" clId="{4E225CC7-4E75-482E-B6E7-FC1AD3AB2A34}" dt="2022-12-29T08:51:27.578" v="6085"/>
          <ac:spMkLst>
            <pc:docMk/>
            <pc:sldMk cId="46243931" sldId="290"/>
            <ac:spMk id="2" creationId="{6DF01B86-C790-24E1-7669-ACACD720F093}"/>
          </ac:spMkLst>
        </pc:spChg>
        <pc:spChg chg="add mod">
          <ac:chgData name="Roshni S" userId="a0143aa281aa84b2" providerId="LiveId" clId="{4E225CC7-4E75-482E-B6E7-FC1AD3AB2A34}" dt="2023-01-01T07:54:15.140" v="7113" actId="1076"/>
          <ac:spMkLst>
            <pc:docMk/>
            <pc:sldMk cId="46243931" sldId="290"/>
            <ac:spMk id="3" creationId="{B134ECD4-3067-F56B-9498-8E0923BE557C}"/>
          </ac:spMkLst>
        </pc:spChg>
      </pc:sldChg>
      <pc:sldChg chg="modSp new mod">
        <pc:chgData name="Roshni S" userId="a0143aa281aa84b2" providerId="LiveId" clId="{4E225CC7-4E75-482E-B6E7-FC1AD3AB2A34}" dt="2023-01-05T11:03:59.111" v="9520" actId="113"/>
        <pc:sldMkLst>
          <pc:docMk/>
          <pc:sldMk cId="1991250361" sldId="291"/>
        </pc:sldMkLst>
        <pc:spChg chg="mod">
          <ac:chgData name="Roshni S" userId="a0143aa281aa84b2" providerId="LiveId" clId="{4E225CC7-4E75-482E-B6E7-FC1AD3AB2A34}" dt="2023-01-01T05:37:48.739" v="6400" actId="20577"/>
          <ac:spMkLst>
            <pc:docMk/>
            <pc:sldMk cId="1991250361" sldId="291"/>
            <ac:spMk id="2" creationId="{8DAF966E-E792-EB18-47A0-0A152C6C4C9D}"/>
          </ac:spMkLst>
        </pc:spChg>
        <pc:spChg chg="mod">
          <ac:chgData name="Roshni S" userId="a0143aa281aa84b2" providerId="LiveId" clId="{4E225CC7-4E75-482E-B6E7-FC1AD3AB2A34}" dt="2023-01-05T11:03:59.111" v="9520" actId="113"/>
          <ac:spMkLst>
            <pc:docMk/>
            <pc:sldMk cId="1991250361" sldId="291"/>
            <ac:spMk id="3" creationId="{A9EA8565-04A6-D392-5CF9-1412435AB67B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1T07:26:19.320" v="6539" actId="1076"/>
        <pc:sldMkLst>
          <pc:docMk/>
          <pc:sldMk cId="814296035" sldId="292"/>
        </pc:sldMkLst>
        <pc:spChg chg="del mod ord">
          <ac:chgData name="Roshni S" userId="a0143aa281aa84b2" providerId="LiveId" clId="{4E225CC7-4E75-482E-B6E7-FC1AD3AB2A34}" dt="2023-01-01T07:25:59.575" v="6523" actId="700"/>
          <ac:spMkLst>
            <pc:docMk/>
            <pc:sldMk cId="814296035" sldId="292"/>
            <ac:spMk id="2" creationId="{B952FF1A-E359-FF11-4319-BFFBD9E1E3C0}"/>
          </ac:spMkLst>
        </pc:spChg>
        <pc:spChg chg="add mod ord">
          <ac:chgData name="Roshni S" userId="a0143aa281aa84b2" providerId="LiveId" clId="{4E225CC7-4E75-482E-B6E7-FC1AD3AB2A34}" dt="2023-01-01T07:26:19.320" v="6539" actId="1076"/>
          <ac:spMkLst>
            <pc:docMk/>
            <pc:sldMk cId="814296035" sldId="292"/>
            <ac:spMk id="3" creationId="{D29BCF5B-5111-163D-FB70-895F87C308FC}"/>
          </ac:spMkLst>
        </pc:spChg>
        <pc:spChg chg="add del mod ord">
          <ac:chgData name="Roshni S" userId="a0143aa281aa84b2" providerId="LiveId" clId="{4E225CC7-4E75-482E-B6E7-FC1AD3AB2A34}" dt="2023-01-01T07:26:10.954" v="6537" actId="21"/>
          <ac:spMkLst>
            <pc:docMk/>
            <pc:sldMk cId="814296035" sldId="292"/>
            <ac:spMk id="4" creationId="{7DA99266-518E-4EFD-0D5E-0226423B05C0}"/>
          </ac:spMkLst>
        </pc:spChg>
      </pc:sldChg>
      <pc:sldChg chg="addSp delSp modSp new mod">
        <pc:chgData name="Roshni S" userId="a0143aa281aa84b2" providerId="LiveId" clId="{4E225CC7-4E75-482E-B6E7-FC1AD3AB2A34}" dt="2023-01-01T07:47:17.445" v="7046" actId="313"/>
        <pc:sldMkLst>
          <pc:docMk/>
          <pc:sldMk cId="1752349357" sldId="293"/>
        </pc:sldMkLst>
        <pc:spChg chg="mod">
          <ac:chgData name="Roshni S" userId="a0143aa281aa84b2" providerId="LiveId" clId="{4E225CC7-4E75-482E-B6E7-FC1AD3AB2A34}" dt="2023-01-01T07:47:17.445" v="7046" actId="313"/>
          <ac:spMkLst>
            <pc:docMk/>
            <pc:sldMk cId="1752349357" sldId="293"/>
            <ac:spMk id="2" creationId="{67A37DE3-5934-679B-7202-8B133EAB6B97}"/>
          </ac:spMkLst>
        </pc:spChg>
        <pc:spChg chg="add del mod">
          <ac:chgData name="Roshni S" userId="a0143aa281aa84b2" providerId="LiveId" clId="{4E225CC7-4E75-482E-B6E7-FC1AD3AB2A34}" dt="2023-01-01T07:34:59.852" v="6756" actId="20577"/>
          <ac:spMkLst>
            <pc:docMk/>
            <pc:sldMk cId="1752349357" sldId="293"/>
            <ac:spMk id="3" creationId="{A66D3F2E-EC97-8318-E004-D1C9E9721C6E}"/>
          </ac:spMkLst>
        </pc:spChg>
        <pc:spChg chg="add del mod">
          <ac:chgData name="Roshni S" userId="a0143aa281aa84b2" providerId="LiveId" clId="{4E225CC7-4E75-482E-B6E7-FC1AD3AB2A34}" dt="2023-01-01T07:28:54.310" v="6645" actId="21"/>
          <ac:spMkLst>
            <pc:docMk/>
            <pc:sldMk cId="1752349357" sldId="293"/>
            <ac:spMk id="4" creationId="{78DECBF8-AA05-5C99-22AD-F0A85ED13DC6}"/>
          </ac:spMkLst>
        </pc:spChg>
        <pc:spChg chg="add del mod">
          <ac:chgData name="Roshni S" userId="a0143aa281aa84b2" providerId="LiveId" clId="{4E225CC7-4E75-482E-B6E7-FC1AD3AB2A34}" dt="2023-01-01T07:28:23.588" v="6640" actId="21"/>
          <ac:spMkLst>
            <pc:docMk/>
            <pc:sldMk cId="1752349357" sldId="293"/>
            <ac:spMk id="5" creationId="{E66DE76A-4BDA-A51A-5683-BD594C3CBCD7}"/>
          </ac:spMkLst>
        </pc:spChg>
      </pc:sldChg>
      <pc:sldChg chg="modSp new mod">
        <pc:chgData name="Roshni S" userId="a0143aa281aa84b2" providerId="LiveId" clId="{4E225CC7-4E75-482E-B6E7-FC1AD3AB2A34}" dt="2023-01-01T07:46:41.924" v="7045" actId="1076"/>
        <pc:sldMkLst>
          <pc:docMk/>
          <pc:sldMk cId="3007843114" sldId="294"/>
        </pc:sldMkLst>
        <pc:spChg chg="mod">
          <ac:chgData name="Roshni S" userId="a0143aa281aa84b2" providerId="LiveId" clId="{4E225CC7-4E75-482E-B6E7-FC1AD3AB2A34}" dt="2023-01-01T07:42:35.303" v="6965" actId="20577"/>
          <ac:spMkLst>
            <pc:docMk/>
            <pc:sldMk cId="3007843114" sldId="294"/>
            <ac:spMk id="2" creationId="{833E31BC-1516-5BB2-2243-EE694A79C580}"/>
          </ac:spMkLst>
        </pc:spChg>
        <pc:spChg chg="mod">
          <ac:chgData name="Roshni S" userId="a0143aa281aa84b2" providerId="LiveId" clId="{4E225CC7-4E75-482E-B6E7-FC1AD3AB2A34}" dt="2023-01-01T07:46:41.924" v="7045" actId="1076"/>
          <ac:spMkLst>
            <pc:docMk/>
            <pc:sldMk cId="3007843114" sldId="294"/>
            <ac:spMk id="3" creationId="{07B61173-6EE8-BA0E-3C50-ED66A435D8BC}"/>
          </ac:spMkLst>
        </pc:spChg>
      </pc:sldChg>
      <pc:sldChg chg="addSp modSp new mod ord">
        <pc:chgData name="Roshni S" userId="a0143aa281aa84b2" providerId="LiveId" clId="{4E225CC7-4E75-482E-B6E7-FC1AD3AB2A34}" dt="2023-01-04T13:26:38.758" v="9181"/>
        <pc:sldMkLst>
          <pc:docMk/>
          <pc:sldMk cId="4128490586" sldId="295"/>
        </pc:sldMkLst>
        <pc:spChg chg="add mod">
          <ac:chgData name="Roshni S" userId="a0143aa281aa84b2" providerId="LiveId" clId="{4E225CC7-4E75-482E-B6E7-FC1AD3AB2A34}" dt="2023-01-02T12:14:47.995" v="7636" actId="5793"/>
          <ac:spMkLst>
            <pc:docMk/>
            <pc:sldMk cId="4128490586" sldId="295"/>
            <ac:spMk id="2" creationId="{E1037D8D-AAE3-C05E-3725-07E0328AF4DF}"/>
          </ac:spMkLst>
        </pc:spChg>
      </pc:sldChg>
      <pc:sldChg chg="addSp delSp modSp new mod ord modClrScheme chgLayout">
        <pc:chgData name="Roshni S" userId="a0143aa281aa84b2" providerId="LiveId" clId="{4E225CC7-4E75-482E-B6E7-FC1AD3AB2A34}" dt="2023-01-06T12:36:14.643" v="10078" actId="20577"/>
        <pc:sldMkLst>
          <pc:docMk/>
          <pc:sldMk cId="996918171" sldId="296"/>
        </pc:sldMkLst>
        <pc:spChg chg="del mod ord">
          <ac:chgData name="Roshni S" userId="a0143aa281aa84b2" providerId="LiveId" clId="{4E225CC7-4E75-482E-B6E7-FC1AD3AB2A34}" dt="2023-01-02T13:23:42.162" v="7681" actId="700"/>
          <ac:spMkLst>
            <pc:docMk/>
            <pc:sldMk cId="996918171" sldId="296"/>
            <ac:spMk id="2" creationId="{9B9A10E7-5A6F-6D76-7E9A-7CDA05BBB2E8}"/>
          </ac:spMkLst>
        </pc:spChg>
        <pc:spChg chg="del mod ord">
          <ac:chgData name="Roshni S" userId="a0143aa281aa84b2" providerId="LiveId" clId="{4E225CC7-4E75-482E-B6E7-FC1AD3AB2A34}" dt="2023-01-02T13:23:42.162" v="7681" actId="700"/>
          <ac:spMkLst>
            <pc:docMk/>
            <pc:sldMk cId="996918171" sldId="296"/>
            <ac:spMk id="3" creationId="{E996B1E0-B3CD-6497-80C3-4AD38830E300}"/>
          </ac:spMkLst>
        </pc:spChg>
        <pc:spChg chg="add mod ord">
          <ac:chgData name="Roshni S" userId="a0143aa281aa84b2" providerId="LiveId" clId="{4E225CC7-4E75-482E-B6E7-FC1AD3AB2A34}" dt="2023-01-03T05:57:28.575" v="8002" actId="20577"/>
          <ac:spMkLst>
            <pc:docMk/>
            <pc:sldMk cId="996918171" sldId="296"/>
            <ac:spMk id="4" creationId="{5BEE5D77-8C47-B243-8039-A14179A406AF}"/>
          </ac:spMkLst>
        </pc:spChg>
        <pc:spChg chg="add mod ord">
          <ac:chgData name="Roshni S" userId="a0143aa281aa84b2" providerId="LiveId" clId="{4E225CC7-4E75-482E-B6E7-FC1AD3AB2A34}" dt="2023-01-06T12:36:14.643" v="10078" actId="20577"/>
          <ac:spMkLst>
            <pc:docMk/>
            <pc:sldMk cId="996918171" sldId="296"/>
            <ac:spMk id="5" creationId="{82A19A13-115D-D786-5D31-4E470D37E6E8}"/>
          </ac:spMkLst>
        </pc:spChg>
      </pc:sldChg>
      <pc:sldChg chg="modSp new mod">
        <pc:chgData name="Roshni S" userId="a0143aa281aa84b2" providerId="LiveId" clId="{4E225CC7-4E75-482E-B6E7-FC1AD3AB2A34}" dt="2023-01-03T08:16:03.035" v="8382" actId="113"/>
        <pc:sldMkLst>
          <pc:docMk/>
          <pc:sldMk cId="2288063978" sldId="297"/>
        </pc:sldMkLst>
        <pc:spChg chg="mod">
          <ac:chgData name="Roshni S" userId="a0143aa281aa84b2" providerId="LiveId" clId="{4E225CC7-4E75-482E-B6E7-FC1AD3AB2A34}" dt="2023-01-02T13:27:57.991" v="7722" actId="20577"/>
          <ac:spMkLst>
            <pc:docMk/>
            <pc:sldMk cId="2288063978" sldId="297"/>
            <ac:spMk id="2" creationId="{089324A6-0DF7-F985-3A37-E9F1B9C1DD65}"/>
          </ac:spMkLst>
        </pc:spChg>
        <pc:spChg chg="mod">
          <ac:chgData name="Roshni S" userId="a0143aa281aa84b2" providerId="LiveId" clId="{4E225CC7-4E75-482E-B6E7-FC1AD3AB2A34}" dt="2023-01-03T08:16:03.035" v="8382" actId="113"/>
          <ac:spMkLst>
            <pc:docMk/>
            <pc:sldMk cId="2288063978" sldId="297"/>
            <ac:spMk id="3" creationId="{AA1F8BD6-4439-FC99-D1A2-3524CA8E30AD}"/>
          </ac:spMkLst>
        </pc:spChg>
      </pc:sldChg>
      <pc:sldChg chg="modSp new del mod">
        <pc:chgData name="Roshni S" userId="a0143aa281aa84b2" providerId="LiveId" clId="{4E225CC7-4E75-482E-B6E7-FC1AD3AB2A34}" dt="2023-01-03T06:29:19.375" v="8252" actId="2696"/>
        <pc:sldMkLst>
          <pc:docMk/>
          <pc:sldMk cId="26702599" sldId="298"/>
        </pc:sldMkLst>
        <pc:spChg chg="mod">
          <ac:chgData name="Roshni S" userId="a0143aa281aa84b2" providerId="LiveId" clId="{4E225CC7-4E75-482E-B6E7-FC1AD3AB2A34}" dt="2023-01-02T13:34:34.044" v="7860" actId="20577"/>
          <ac:spMkLst>
            <pc:docMk/>
            <pc:sldMk cId="26702599" sldId="298"/>
            <ac:spMk id="2" creationId="{13D24F9C-99A3-2482-EB47-F46891B3183B}"/>
          </ac:spMkLst>
        </pc:spChg>
        <pc:spChg chg="mod">
          <ac:chgData name="Roshni S" userId="a0143aa281aa84b2" providerId="LiveId" clId="{4E225CC7-4E75-482E-B6E7-FC1AD3AB2A34}" dt="2023-01-02T13:35:10.747" v="7864" actId="21"/>
          <ac:spMkLst>
            <pc:docMk/>
            <pc:sldMk cId="26702599" sldId="298"/>
            <ac:spMk id="3" creationId="{1DE06AF4-22E8-88FB-4BDF-7EC8A62754F9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2T13:38:01.149" v="7943" actId="1076"/>
        <pc:sldMkLst>
          <pc:docMk/>
          <pc:sldMk cId="3286502104" sldId="299"/>
        </pc:sldMkLst>
        <pc:spChg chg="del mod ord">
          <ac:chgData name="Roshni S" userId="a0143aa281aa84b2" providerId="LiveId" clId="{4E225CC7-4E75-482E-B6E7-FC1AD3AB2A34}" dt="2023-01-02T13:37:32.459" v="7928" actId="700"/>
          <ac:spMkLst>
            <pc:docMk/>
            <pc:sldMk cId="3286502104" sldId="299"/>
            <ac:spMk id="2" creationId="{503B7BEF-13C8-7D77-F691-8341CB9678CF}"/>
          </ac:spMkLst>
        </pc:spChg>
        <pc:spChg chg="del mod ord">
          <ac:chgData name="Roshni S" userId="a0143aa281aa84b2" providerId="LiveId" clId="{4E225CC7-4E75-482E-B6E7-FC1AD3AB2A34}" dt="2023-01-02T13:37:32.459" v="7928" actId="700"/>
          <ac:spMkLst>
            <pc:docMk/>
            <pc:sldMk cId="3286502104" sldId="299"/>
            <ac:spMk id="3" creationId="{5D7D6D42-F642-9369-8624-5B07AD5DAE48}"/>
          </ac:spMkLst>
        </pc:spChg>
        <pc:spChg chg="add mod ord">
          <ac:chgData name="Roshni S" userId="a0143aa281aa84b2" providerId="LiveId" clId="{4E225CC7-4E75-482E-B6E7-FC1AD3AB2A34}" dt="2023-01-02T13:38:01.149" v="7943" actId="1076"/>
          <ac:spMkLst>
            <pc:docMk/>
            <pc:sldMk cId="3286502104" sldId="299"/>
            <ac:spMk id="4" creationId="{0FB1F097-958D-BA99-BF5B-007F1A42C25D}"/>
          </ac:spMkLst>
        </pc:spChg>
        <pc:spChg chg="add del mod ord">
          <ac:chgData name="Roshni S" userId="a0143aa281aa84b2" providerId="LiveId" clId="{4E225CC7-4E75-482E-B6E7-FC1AD3AB2A34}" dt="2023-01-02T13:37:50.731" v="7941" actId="21"/>
          <ac:spMkLst>
            <pc:docMk/>
            <pc:sldMk cId="3286502104" sldId="299"/>
            <ac:spMk id="5" creationId="{9548A8B9-EB40-19B7-4C1D-5EB6A461F2D9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3T11:33:14.488" v="8406" actId="14100"/>
        <pc:sldMkLst>
          <pc:docMk/>
          <pc:sldMk cId="1560376116" sldId="300"/>
        </pc:sldMkLst>
        <pc:spChg chg="del mod ord">
          <ac:chgData name="Roshni S" userId="a0143aa281aa84b2" providerId="LiveId" clId="{4E225CC7-4E75-482E-B6E7-FC1AD3AB2A34}" dt="2023-01-03T11:32:53.431" v="8391" actId="700"/>
          <ac:spMkLst>
            <pc:docMk/>
            <pc:sldMk cId="1560376116" sldId="300"/>
            <ac:spMk id="2" creationId="{4B07510A-5D59-939B-8A7A-E9679D505683}"/>
          </ac:spMkLst>
        </pc:spChg>
        <pc:spChg chg="del mod ord">
          <ac:chgData name="Roshni S" userId="a0143aa281aa84b2" providerId="LiveId" clId="{4E225CC7-4E75-482E-B6E7-FC1AD3AB2A34}" dt="2023-01-03T11:32:53.431" v="8391" actId="700"/>
          <ac:spMkLst>
            <pc:docMk/>
            <pc:sldMk cId="1560376116" sldId="300"/>
            <ac:spMk id="3" creationId="{85B8B130-8FB3-B0B0-BC19-D19A53111A24}"/>
          </ac:spMkLst>
        </pc:spChg>
        <pc:spChg chg="add mod ord">
          <ac:chgData name="Roshni S" userId="a0143aa281aa84b2" providerId="LiveId" clId="{4E225CC7-4E75-482E-B6E7-FC1AD3AB2A34}" dt="2023-01-03T11:33:14.488" v="8406" actId="14100"/>
          <ac:spMkLst>
            <pc:docMk/>
            <pc:sldMk cId="1560376116" sldId="300"/>
            <ac:spMk id="4" creationId="{759BF50F-F0CF-E072-82E2-8DD0C31E2FD3}"/>
          </ac:spMkLst>
        </pc:spChg>
        <pc:spChg chg="add del mod ord">
          <ac:chgData name="Roshni S" userId="a0143aa281aa84b2" providerId="LiveId" clId="{4E225CC7-4E75-482E-B6E7-FC1AD3AB2A34}" dt="2023-01-03T11:33:07.527" v="8405" actId="21"/>
          <ac:spMkLst>
            <pc:docMk/>
            <pc:sldMk cId="1560376116" sldId="300"/>
            <ac:spMk id="5" creationId="{FEFA2AB5-F720-D662-F21A-D3244A6D6832}"/>
          </ac:spMkLst>
        </pc:spChg>
      </pc:sldChg>
      <pc:sldChg chg="modSp new mod ord">
        <pc:chgData name="Roshni S" userId="a0143aa281aa84b2" providerId="LiveId" clId="{4E225CC7-4E75-482E-B6E7-FC1AD3AB2A34}" dt="2023-01-03T13:22:26.364" v="9159" actId="20577"/>
        <pc:sldMkLst>
          <pc:docMk/>
          <pc:sldMk cId="1051441382" sldId="301"/>
        </pc:sldMkLst>
        <pc:spChg chg="mod">
          <ac:chgData name="Roshni S" userId="a0143aa281aa84b2" providerId="LiveId" clId="{4E225CC7-4E75-482E-B6E7-FC1AD3AB2A34}" dt="2023-01-03T11:44:03.333" v="8706" actId="20577"/>
          <ac:spMkLst>
            <pc:docMk/>
            <pc:sldMk cId="1051441382" sldId="301"/>
            <ac:spMk id="2" creationId="{3F012B80-AAE0-31CF-33E9-B798D644321E}"/>
          </ac:spMkLst>
        </pc:spChg>
        <pc:spChg chg="mod">
          <ac:chgData name="Roshni S" userId="a0143aa281aa84b2" providerId="LiveId" clId="{4E225CC7-4E75-482E-B6E7-FC1AD3AB2A34}" dt="2023-01-03T13:22:26.364" v="9159" actId="20577"/>
          <ac:spMkLst>
            <pc:docMk/>
            <pc:sldMk cId="1051441382" sldId="301"/>
            <ac:spMk id="3" creationId="{09D38D29-7AEE-9A63-9F67-7A6E48A2FD04}"/>
          </ac:spMkLst>
        </pc:spChg>
      </pc:sldChg>
      <pc:sldChg chg="modSp new mod">
        <pc:chgData name="Roshni S" userId="a0143aa281aa84b2" providerId="LiveId" clId="{4E225CC7-4E75-482E-B6E7-FC1AD3AB2A34}" dt="2023-01-07T11:57:29.069" v="11016" actId="20577"/>
        <pc:sldMkLst>
          <pc:docMk/>
          <pc:sldMk cId="512214793" sldId="302"/>
        </pc:sldMkLst>
        <pc:spChg chg="mod">
          <ac:chgData name="Roshni S" userId="a0143aa281aa84b2" providerId="LiveId" clId="{4E225CC7-4E75-482E-B6E7-FC1AD3AB2A34}" dt="2023-01-03T11:33:31.507" v="8419" actId="20577"/>
          <ac:spMkLst>
            <pc:docMk/>
            <pc:sldMk cId="512214793" sldId="302"/>
            <ac:spMk id="2" creationId="{63246512-6F0D-F91D-3625-38A5AFC4E939}"/>
          </ac:spMkLst>
        </pc:spChg>
        <pc:spChg chg="mod">
          <ac:chgData name="Roshni S" userId="a0143aa281aa84b2" providerId="LiveId" clId="{4E225CC7-4E75-482E-B6E7-FC1AD3AB2A34}" dt="2023-01-07T11:57:29.069" v="11016" actId="20577"/>
          <ac:spMkLst>
            <pc:docMk/>
            <pc:sldMk cId="512214793" sldId="302"/>
            <ac:spMk id="3" creationId="{D2A7E397-48CF-6A65-008B-ACFB95FE1027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3T11:43:53.319" v="8695" actId="14100"/>
        <pc:sldMkLst>
          <pc:docMk/>
          <pc:sldMk cId="2235382869" sldId="303"/>
        </pc:sldMkLst>
        <pc:spChg chg="del mod ord">
          <ac:chgData name="Roshni S" userId="a0143aa281aa84b2" providerId="LiveId" clId="{4E225CC7-4E75-482E-B6E7-FC1AD3AB2A34}" dt="2023-01-03T11:43:25.883" v="8681" actId="700"/>
          <ac:spMkLst>
            <pc:docMk/>
            <pc:sldMk cId="2235382869" sldId="303"/>
            <ac:spMk id="2" creationId="{CAEF8F0D-4F39-7A88-21F2-D6BC611A66A2}"/>
          </ac:spMkLst>
        </pc:spChg>
        <pc:spChg chg="del mod ord">
          <ac:chgData name="Roshni S" userId="a0143aa281aa84b2" providerId="LiveId" clId="{4E225CC7-4E75-482E-B6E7-FC1AD3AB2A34}" dt="2023-01-03T11:43:25.883" v="8681" actId="700"/>
          <ac:spMkLst>
            <pc:docMk/>
            <pc:sldMk cId="2235382869" sldId="303"/>
            <ac:spMk id="3" creationId="{AD68E9CF-7CE3-F106-6499-B34CD1F0D213}"/>
          </ac:spMkLst>
        </pc:spChg>
        <pc:spChg chg="add mod ord">
          <ac:chgData name="Roshni S" userId="a0143aa281aa84b2" providerId="LiveId" clId="{4E225CC7-4E75-482E-B6E7-FC1AD3AB2A34}" dt="2023-01-03T11:43:53.319" v="8695" actId="14100"/>
          <ac:spMkLst>
            <pc:docMk/>
            <pc:sldMk cId="2235382869" sldId="303"/>
            <ac:spMk id="4" creationId="{4340232C-8D75-34B1-0470-DD2FBE031D17}"/>
          </ac:spMkLst>
        </pc:spChg>
        <pc:spChg chg="add del mod ord">
          <ac:chgData name="Roshni S" userId="a0143aa281aa84b2" providerId="LiveId" clId="{4E225CC7-4E75-482E-B6E7-FC1AD3AB2A34}" dt="2023-01-03T11:43:45.016" v="8694" actId="21"/>
          <ac:spMkLst>
            <pc:docMk/>
            <pc:sldMk cId="2235382869" sldId="303"/>
            <ac:spMk id="5" creationId="{A5AEED17-1537-E614-092F-75C7F970BE1E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4T13:32:13.943" v="9240" actId="14100"/>
        <pc:sldMkLst>
          <pc:docMk/>
          <pc:sldMk cId="1029179988" sldId="304"/>
        </pc:sldMkLst>
        <pc:spChg chg="del mod ord">
          <ac:chgData name="Roshni S" userId="a0143aa281aa84b2" providerId="LiveId" clId="{4E225CC7-4E75-482E-B6E7-FC1AD3AB2A34}" dt="2023-01-04T13:31:42.719" v="9225" actId="700"/>
          <ac:spMkLst>
            <pc:docMk/>
            <pc:sldMk cId="1029179988" sldId="304"/>
            <ac:spMk id="2" creationId="{C72E5D72-6A5A-C754-7FA3-C5E602065A3D}"/>
          </ac:spMkLst>
        </pc:spChg>
        <pc:spChg chg="del mod ord">
          <ac:chgData name="Roshni S" userId="a0143aa281aa84b2" providerId="LiveId" clId="{4E225CC7-4E75-482E-B6E7-FC1AD3AB2A34}" dt="2023-01-04T13:31:42.719" v="9225" actId="700"/>
          <ac:spMkLst>
            <pc:docMk/>
            <pc:sldMk cId="1029179988" sldId="304"/>
            <ac:spMk id="3" creationId="{75F8E932-083B-E8A8-A2F9-706CCD8CA7F7}"/>
          </ac:spMkLst>
        </pc:spChg>
        <pc:spChg chg="add mod ord">
          <ac:chgData name="Roshni S" userId="a0143aa281aa84b2" providerId="LiveId" clId="{4E225CC7-4E75-482E-B6E7-FC1AD3AB2A34}" dt="2023-01-04T13:32:13.943" v="9240" actId="14100"/>
          <ac:spMkLst>
            <pc:docMk/>
            <pc:sldMk cId="1029179988" sldId="304"/>
            <ac:spMk id="4" creationId="{852B3F46-DF20-1610-569A-F6823E867043}"/>
          </ac:spMkLst>
        </pc:spChg>
        <pc:spChg chg="add del mod ord">
          <ac:chgData name="Roshni S" userId="a0143aa281aa84b2" providerId="LiveId" clId="{4E225CC7-4E75-482E-B6E7-FC1AD3AB2A34}" dt="2023-01-04T13:32:05.902" v="9239" actId="21"/>
          <ac:spMkLst>
            <pc:docMk/>
            <pc:sldMk cId="1029179988" sldId="304"/>
            <ac:spMk id="5" creationId="{126A8144-75CF-AC59-CAEC-C52729886CE6}"/>
          </ac:spMkLst>
        </pc:spChg>
      </pc:sldChg>
      <pc:sldChg chg="modSp new mod">
        <pc:chgData name="Roshni S" userId="a0143aa281aa84b2" providerId="LiveId" clId="{4E225CC7-4E75-482E-B6E7-FC1AD3AB2A34}" dt="2023-01-05T10:59:06.925" v="9519" actId="1076"/>
        <pc:sldMkLst>
          <pc:docMk/>
          <pc:sldMk cId="1573090437" sldId="305"/>
        </pc:sldMkLst>
        <pc:spChg chg="mod">
          <ac:chgData name="Roshni S" userId="a0143aa281aa84b2" providerId="LiveId" clId="{4E225CC7-4E75-482E-B6E7-FC1AD3AB2A34}" dt="2023-01-05T10:50:33.654" v="9311" actId="20577"/>
          <ac:spMkLst>
            <pc:docMk/>
            <pc:sldMk cId="1573090437" sldId="305"/>
            <ac:spMk id="2" creationId="{0D2CA4C8-6971-5B35-5406-9C452AA28210}"/>
          </ac:spMkLst>
        </pc:spChg>
        <pc:spChg chg="mod">
          <ac:chgData name="Roshni S" userId="a0143aa281aa84b2" providerId="LiveId" clId="{4E225CC7-4E75-482E-B6E7-FC1AD3AB2A34}" dt="2023-01-05T10:59:06.925" v="9519" actId="1076"/>
          <ac:spMkLst>
            <pc:docMk/>
            <pc:sldMk cId="1573090437" sldId="305"/>
            <ac:spMk id="3" creationId="{DC1A4874-5BD0-982F-5C18-76A7BF2457F4}"/>
          </ac:spMkLst>
        </pc:spChg>
      </pc:sldChg>
      <pc:sldChg chg="modSp new mod">
        <pc:chgData name="Roshni S" userId="a0143aa281aa84b2" providerId="LiveId" clId="{4E225CC7-4E75-482E-B6E7-FC1AD3AB2A34}" dt="2023-01-05T11:14:57.992" v="9666" actId="1076"/>
        <pc:sldMkLst>
          <pc:docMk/>
          <pc:sldMk cId="4172876366" sldId="306"/>
        </pc:sldMkLst>
        <pc:spChg chg="mod">
          <ac:chgData name="Roshni S" userId="a0143aa281aa84b2" providerId="LiveId" clId="{4E225CC7-4E75-482E-B6E7-FC1AD3AB2A34}" dt="2023-01-05T11:11:33.830" v="9620" actId="20577"/>
          <ac:spMkLst>
            <pc:docMk/>
            <pc:sldMk cId="4172876366" sldId="306"/>
            <ac:spMk id="2" creationId="{5EB9199B-AB96-EDC4-AC8C-00B468CBF605}"/>
          </ac:spMkLst>
        </pc:spChg>
        <pc:spChg chg="mod">
          <ac:chgData name="Roshni S" userId="a0143aa281aa84b2" providerId="LiveId" clId="{4E225CC7-4E75-482E-B6E7-FC1AD3AB2A34}" dt="2023-01-05T11:14:57.992" v="9666" actId="1076"/>
          <ac:spMkLst>
            <pc:docMk/>
            <pc:sldMk cId="4172876366" sldId="306"/>
            <ac:spMk id="3" creationId="{7BDC14EF-20E0-9AED-7C7B-CBC574C7F42A}"/>
          </ac:spMkLst>
        </pc:spChg>
      </pc:sldChg>
      <pc:sldChg chg="modSp new mod">
        <pc:chgData name="Roshni S" userId="a0143aa281aa84b2" providerId="LiveId" clId="{4E225CC7-4E75-482E-B6E7-FC1AD3AB2A34}" dt="2023-01-07T09:29:56.107" v="10406" actId="20577"/>
        <pc:sldMkLst>
          <pc:docMk/>
          <pc:sldMk cId="2703216869" sldId="307"/>
        </pc:sldMkLst>
        <pc:spChg chg="mod">
          <ac:chgData name="Roshni S" userId="a0143aa281aa84b2" providerId="LiveId" clId="{4E225CC7-4E75-482E-B6E7-FC1AD3AB2A34}" dt="2023-01-05T11:19:47.001" v="9731" actId="20577"/>
          <ac:spMkLst>
            <pc:docMk/>
            <pc:sldMk cId="2703216869" sldId="307"/>
            <ac:spMk id="2" creationId="{D86F8077-F475-DE90-3C59-F18812235ECE}"/>
          </ac:spMkLst>
        </pc:spChg>
        <pc:spChg chg="mod">
          <ac:chgData name="Roshni S" userId="a0143aa281aa84b2" providerId="LiveId" clId="{4E225CC7-4E75-482E-B6E7-FC1AD3AB2A34}" dt="2023-01-07T09:29:56.107" v="10406" actId="20577"/>
          <ac:spMkLst>
            <pc:docMk/>
            <pc:sldMk cId="2703216869" sldId="307"/>
            <ac:spMk id="3" creationId="{58C83B3E-4BA1-0B60-7AAC-0781BE9A393F}"/>
          </ac:spMkLst>
        </pc:spChg>
      </pc:sldChg>
      <pc:sldChg chg="modSp new mod">
        <pc:chgData name="Roshni S" userId="a0143aa281aa84b2" providerId="LiveId" clId="{4E225CC7-4E75-482E-B6E7-FC1AD3AB2A34}" dt="2023-01-06T12:18:37.504" v="9829" actId="2710"/>
        <pc:sldMkLst>
          <pc:docMk/>
          <pc:sldMk cId="1247863700" sldId="308"/>
        </pc:sldMkLst>
        <pc:spChg chg="mod">
          <ac:chgData name="Roshni S" userId="a0143aa281aa84b2" providerId="LiveId" clId="{4E225CC7-4E75-482E-B6E7-FC1AD3AB2A34}" dt="2023-01-06T12:09:14.876" v="9754" actId="20577"/>
          <ac:spMkLst>
            <pc:docMk/>
            <pc:sldMk cId="1247863700" sldId="308"/>
            <ac:spMk id="2" creationId="{DCB1DD71-22CE-F2CE-F5A6-635EE2A57AD5}"/>
          </ac:spMkLst>
        </pc:spChg>
        <pc:spChg chg="mod">
          <ac:chgData name="Roshni S" userId="a0143aa281aa84b2" providerId="LiveId" clId="{4E225CC7-4E75-482E-B6E7-FC1AD3AB2A34}" dt="2023-01-06T12:18:37.504" v="9829" actId="2710"/>
          <ac:spMkLst>
            <pc:docMk/>
            <pc:sldMk cId="1247863700" sldId="308"/>
            <ac:spMk id="3" creationId="{2C45FA84-F2DA-6397-722B-B4909F74A74D}"/>
          </ac:spMkLst>
        </pc:spChg>
      </pc:sldChg>
      <pc:sldChg chg="new del">
        <pc:chgData name="Roshni S" userId="a0143aa281aa84b2" providerId="LiveId" clId="{4E225CC7-4E75-482E-B6E7-FC1AD3AB2A34}" dt="2023-01-05T13:14:21.143" v="9735" actId="2696"/>
        <pc:sldMkLst>
          <pc:docMk/>
          <pc:sldMk cId="4016839288" sldId="308"/>
        </pc:sldMkLst>
      </pc:sldChg>
      <pc:sldChg chg="addSp delSp modSp new mod modClrScheme chgLayout">
        <pc:chgData name="Roshni S" userId="a0143aa281aa84b2" providerId="LiveId" clId="{4E225CC7-4E75-482E-B6E7-FC1AD3AB2A34}" dt="2023-01-06T12:21:32.900" v="9848" actId="20577"/>
        <pc:sldMkLst>
          <pc:docMk/>
          <pc:sldMk cId="2015423411" sldId="309"/>
        </pc:sldMkLst>
        <pc:spChg chg="add mod">
          <ac:chgData name="Roshni S" userId="a0143aa281aa84b2" providerId="LiveId" clId="{4E225CC7-4E75-482E-B6E7-FC1AD3AB2A34}" dt="2023-01-06T12:21:32.900" v="9848" actId="20577"/>
          <ac:spMkLst>
            <pc:docMk/>
            <pc:sldMk cId="2015423411" sldId="309"/>
            <ac:spMk id="2" creationId="{89730795-4990-0CC3-6992-82AAFB9775D1}"/>
          </ac:spMkLst>
        </pc:spChg>
        <pc:spChg chg="add del mod">
          <ac:chgData name="Roshni S" userId="a0143aa281aa84b2" providerId="LiveId" clId="{4E225CC7-4E75-482E-B6E7-FC1AD3AB2A34}" dt="2023-01-06T12:21:11.170" v="9835" actId="21"/>
          <ac:spMkLst>
            <pc:docMk/>
            <pc:sldMk cId="2015423411" sldId="309"/>
            <ac:spMk id="3" creationId="{4825994D-5249-3FBE-E2A2-750A82F750B4}"/>
          </ac:spMkLst>
        </pc:spChg>
      </pc:sldChg>
      <pc:sldChg chg="modSp new mod">
        <pc:chgData name="Roshni S" userId="a0143aa281aa84b2" providerId="LiveId" clId="{4E225CC7-4E75-482E-B6E7-FC1AD3AB2A34}" dt="2023-01-06T12:25:33.048" v="10040" actId="1076"/>
        <pc:sldMkLst>
          <pc:docMk/>
          <pc:sldMk cId="4130758677" sldId="310"/>
        </pc:sldMkLst>
        <pc:spChg chg="mod">
          <ac:chgData name="Roshni S" userId="a0143aa281aa84b2" providerId="LiveId" clId="{4E225CC7-4E75-482E-B6E7-FC1AD3AB2A34}" dt="2023-01-06T12:21:46.460" v="9860" actId="20577"/>
          <ac:spMkLst>
            <pc:docMk/>
            <pc:sldMk cId="4130758677" sldId="310"/>
            <ac:spMk id="2" creationId="{BEA809F5-632E-AFC4-8210-97BDCEEF1F0C}"/>
          </ac:spMkLst>
        </pc:spChg>
        <pc:spChg chg="mod">
          <ac:chgData name="Roshni S" userId="a0143aa281aa84b2" providerId="LiveId" clId="{4E225CC7-4E75-482E-B6E7-FC1AD3AB2A34}" dt="2023-01-06T12:25:33.048" v="10040" actId="1076"/>
          <ac:spMkLst>
            <pc:docMk/>
            <pc:sldMk cId="4130758677" sldId="310"/>
            <ac:spMk id="3" creationId="{00E0C4B1-C6E5-8DFE-84B1-BC9B83EEACC2}"/>
          </ac:spMkLst>
        </pc:spChg>
      </pc:sldChg>
      <pc:sldChg chg="modSp new mod">
        <pc:chgData name="Roshni S" userId="a0143aa281aa84b2" providerId="LiveId" clId="{4E225CC7-4E75-482E-B6E7-FC1AD3AB2A34}" dt="2023-01-07T09:53:21.276" v="10745" actId="1076"/>
        <pc:sldMkLst>
          <pc:docMk/>
          <pc:sldMk cId="370866166" sldId="311"/>
        </pc:sldMkLst>
        <pc:spChg chg="mod">
          <ac:chgData name="Roshni S" userId="a0143aa281aa84b2" providerId="LiveId" clId="{4E225CC7-4E75-482E-B6E7-FC1AD3AB2A34}" dt="2023-01-06T13:03:17.123" v="10100" actId="20577"/>
          <ac:spMkLst>
            <pc:docMk/>
            <pc:sldMk cId="370866166" sldId="311"/>
            <ac:spMk id="2" creationId="{FBD8A57A-5697-9937-32FC-9EC17C900EF9}"/>
          </ac:spMkLst>
        </pc:spChg>
        <pc:spChg chg="mod">
          <ac:chgData name="Roshni S" userId="a0143aa281aa84b2" providerId="LiveId" clId="{4E225CC7-4E75-482E-B6E7-FC1AD3AB2A34}" dt="2023-01-07T09:53:21.276" v="10745" actId="1076"/>
          <ac:spMkLst>
            <pc:docMk/>
            <pc:sldMk cId="370866166" sldId="311"/>
            <ac:spMk id="3" creationId="{7A5B46DD-F230-69EB-4595-026D39EF18BD}"/>
          </ac:spMkLst>
        </pc:spChg>
      </pc:sldChg>
      <pc:sldChg chg="new del">
        <pc:chgData name="Roshni S" userId="a0143aa281aa84b2" providerId="LiveId" clId="{4E225CC7-4E75-482E-B6E7-FC1AD3AB2A34}" dt="2023-01-06T13:02:28.264" v="10088" actId="2696"/>
        <pc:sldMkLst>
          <pc:docMk/>
          <pc:sldMk cId="756118131" sldId="311"/>
        </pc:sldMkLst>
      </pc:sldChg>
      <pc:sldChg chg="addSp delSp modSp new mod modClrScheme chgLayout">
        <pc:chgData name="Roshni S" userId="a0143aa281aa84b2" providerId="LiveId" clId="{4E225CC7-4E75-482E-B6E7-FC1AD3AB2A34}" dt="2023-01-07T09:38:28.093" v="10420" actId="14100"/>
        <pc:sldMkLst>
          <pc:docMk/>
          <pc:sldMk cId="3472131769" sldId="312"/>
        </pc:sldMkLst>
        <pc:spChg chg="del mod ord">
          <ac:chgData name="Roshni S" userId="a0143aa281aa84b2" providerId="LiveId" clId="{4E225CC7-4E75-482E-B6E7-FC1AD3AB2A34}" dt="2023-01-07T09:38:03.116" v="10408" actId="700"/>
          <ac:spMkLst>
            <pc:docMk/>
            <pc:sldMk cId="3472131769" sldId="312"/>
            <ac:spMk id="2" creationId="{A43C26FC-9E6F-09E9-0B2D-B85D0619FF9F}"/>
          </ac:spMkLst>
        </pc:spChg>
        <pc:spChg chg="del mod ord">
          <ac:chgData name="Roshni S" userId="a0143aa281aa84b2" providerId="LiveId" clId="{4E225CC7-4E75-482E-B6E7-FC1AD3AB2A34}" dt="2023-01-07T09:38:03.116" v="10408" actId="700"/>
          <ac:spMkLst>
            <pc:docMk/>
            <pc:sldMk cId="3472131769" sldId="312"/>
            <ac:spMk id="3" creationId="{76FE7129-6A6B-CD3B-913C-D4EB767CAA39}"/>
          </ac:spMkLst>
        </pc:spChg>
        <pc:spChg chg="add mod ord">
          <ac:chgData name="Roshni S" userId="a0143aa281aa84b2" providerId="LiveId" clId="{4E225CC7-4E75-482E-B6E7-FC1AD3AB2A34}" dt="2023-01-07T09:38:28.093" v="10420" actId="14100"/>
          <ac:spMkLst>
            <pc:docMk/>
            <pc:sldMk cId="3472131769" sldId="312"/>
            <ac:spMk id="4" creationId="{CC79323C-A4E3-3A69-7FC4-76F32FABA9E3}"/>
          </ac:spMkLst>
        </pc:spChg>
        <pc:spChg chg="add del mod ord">
          <ac:chgData name="Roshni S" userId="a0143aa281aa84b2" providerId="LiveId" clId="{4E225CC7-4E75-482E-B6E7-FC1AD3AB2A34}" dt="2023-01-07T09:38:14.320" v="10410" actId="21"/>
          <ac:spMkLst>
            <pc:docMk/>
            <pc:sldMk cId="3472131769" sldId="312"/>
            <ac:spMk id="5" creationId="{1F9A6AE4-3C9D-4BB5-F61B-079AF1573DCB}"/>
          </ac:spMkLst>
        </pc:spChg>
      </pc:sldChg>
      <pc:sldChg chg="modSp new mod">
        <pc:chgData name="Roshni S" userId="a0143aa281aa84b2" providerId="LiveId" clId="{4E225CC7-4E75-482E-B6E7-FC1AD3AB2A34}" dt="2023-01-07T12:06:12.552" v="11045" actId="1076"/>
        <pc:sldMkLst>
          <pc:docMk/>
          <pc:sldMk cId="1346732092" sldId="313"/>
        </pc:sldMkLst>
        <pc:spChg chg="mod">
          <ac:chgData name="Roshni S" userId="a0143aa281aa84b2" providerId="LiveId" clId="{4E225CC7-4E75-482E-B6E7-FC1AD3AB2A34}" dt="2023-01-07T09:38:38.088" v="10432" actId="20577"/>
          <ac:spMkLst>
            <pc:docMk/>
            <pc:sldMk cId="1346732092" sldId="313"/>
            <ac:spMk id="2" creationId="{724E9C42-5F18-BBFC-796E-4CCA582FF266}"/>
          </ac:spMkLst>
        </pc:spChg>
        <pc:spChg chg="mod">
          <ac:chgData name="Roshni S" userId="a0143aa281aa84b2" providerId="LiveId" clId="{4E225CC7-4E75-482E-B6E7-FC1AD3AB2A34}" dt="2023-01-07T12:06:12.552" v="11045" actId="1076"/>
          <ac:spMkLst>
            <pc:docMk/>
            <pc:sldMk cId="1346732092" sldId="313"/>
            <ac:spMk id="3" creationId="{844D7ACC-E309-ED21-0AC1-8EB2D171C0EC}"/>
          </ac:spMkLst>
        </pc:spChg>
      </pc:sldChg>
      <pc:sldChg chg="modSp new del mod">
        <pc:chgData name="Roshni S" userId="a0143aa281aa84b2" providerId="LiveId" clId="{4E225CC7-4E75-482E-B6E7-FC1AD3AB2A34}" dt="2023-01-07T09:52:34.079" v="10729" actId="2696"/>
        <pc:sldMkLst>
          <pc:docMk/>
          <pc:sldMk cId="1703999560" sldId="314"/>
        </pc:sldMkLst>
        <pc:spChg chg="mod">
          <ac:chgData name="Roshni S" userId="a0143aa281aa84b2" providerId="LiveId" clId="{4E225CC7-4E75-482E-B6E7-FC1AD3AB2A34}" dt="2023-01-07T09:45:45.885" v="10544" actId="20577"/>
          <ac:spMkLst>
            <pc:docMk/>
            <pc:sldMk cId="1703999560" sldId="314"/>
            <ac:spMk id="2" creationId="{9A5E7A47-762A-23EF-F906-D519A3E80FA1}"/>
          </ac:spMkLst>
        </pc:spChg>
        <pc:spChg chg="mod">
          <ac:chgData name="Roshni S" userId="a0143aa281aa84b2" providerId="LiveId" clId="{4E225CC7-4E75-482E-B6E7-FC1AD3AB2A34}" dt="2023-01-07T09:48:35.836" v="10601" actId="1076"/>
          <ac:spMkLst>
            <pc:docMk/>
            <pc:sldMk cId="1703999560" sldId="314"/>
            <ac:spMk id="3" creationId="{9C384D05-6A11-1AA2-D818-3F116181088B}"/>
          </ac:spMkLst>
        </pc:spChg>
      </pc:sldChg>
      <pc:sldChg chg="modSp new mod">
        <pc:chgData name="Roshni S" userId="a0143aa281aa84b2" providerId="LiveId" clId="{4E225CC7-4E75-482E-B6E7-FC1AD3AB2A34}" dt="2023-01-07T10:27:51.088" v="11005" actId="20577"/>
        <pc:sldMkLst>
          <pc:docMk/>
          <pc:sldMk cId="4149523160" sldId="314"/>
        </pc:sldMkLst>
        <pc:spChg chg="mod">
          <ac:chgData name="Roshni S" userId="a0143aa281aa84b2" providerId="LiveId" clId="{4E225CC7-4E75-482E-B6E7-FC1AD3AB2A34}" dt="2023-01-07T10:01:01.865" v="10793" actId="20577"/>
          <ac:spMkLst>
            <pc:docMk/>
            <pc:sldMk cId="4149523160" sldId="314"/>
            <ac:spMk id="2" creationId="{A15384B7-12D1-A37F-BDA9-BE74A358C7E4}"/>
          </ac:spMkLst>
        </pc:spChg>
        <pc:spChg chg="mod">
          <ac:chgData name="Roshni S" userId="a0143aa281aa84b2" providerId="LiveId" clId="{4E225CC7-4E75-482E-B6E7-FC1AD3AB2A34}" dt="2023-01-07T10:27:51.088" v="11005" actId="20577"/>
          <ac:spMkLst>
            <pc:docMk/>
            <pc:sldMk cId="4149523160" sldId="314"/>
            <ac:spMk id="3" creationId="{421D5599-0344-1856-C2AC-AC542E9195C8}"/>
          </ac:spMkLst>
        </pc:spChg>
      </pc:sldChg>
      <pc:sldChg chg="modSp new del mod">
        <pc:chgData name="Roshni S" userId="a0143aa281aa84b2" providerId="LiveId" clId="{4E225CC7-4E75-482E-B6E7-FC1AD3AB2A34}" dt="2023-01-07T09:53:25.608" v="10746" actId="2696"/>
        <pc:sldMkLst>
          <pc:docMk/>
          <pc:sldMk cId="39032593" sldId="315"/>
        </pc:sldMkLst>
        <pc:spChg chg="mod">
          <ac:chgData name="Roshni S" userId="a0143aa281aa84b2" providerId="LiveId" clId="{4E225CC7-4E75-482E-B6E7-FC1AD3AB2A34}" dt="2023-01-07T09:48:52.149" v="10613" actId="20577"/>
          <ac:spMkLst>
            <pc:docMk/>
            <pc:sldMk cId="39032593" sldId="315"/>
            <ac:spMk id="2" creationId="{F04B9081-AAE9-6F39-B55E-176EDA61BEE7}"/>
          </ac:spMkLst>
        </pc:spChg>
        <pc:spChg chg="mod">
          <ac:chgData name="Roshni S" userId="a0143aa281aa84b2" providerId="LiveId" clId="{4E225CC7-4E75-482E-B6E7-FC1AD3AB2A34}" dt="2023-01-07T09:51:07.683" v="10653" actId="20577"/>
          <ac:spMkLst>
            <pc:docMk/>
            <pc:sldMk cId="39032593" sldId="315"/>
            <ac:spMk id="3" creationId="{BD7339D7-92AD-2083-A8BE-2D66860D84C9}"/>
          </ac:spMkLst>
        </pc:spChg>
      </pc:sldChg>
      <pc:sldChg chg="addSp delSp modSp new mod modClrScheme chgLayout">
        <pc:chgData name="Roshni S" userId="a0143aa281aa84b2" providerId="LiveId" clId="{4E225CC7-4E75-482E-B6E7-FC1AD3AB2A34}" dt="2023-01-07T12:15:51.903" v="11068" actId="14100"/>
        <pc:sldMkLst>
          <pc:docMk/>
          <pc:sldMk cId="131288040" sldId="315"/>
        </pc:sldMkLst>
        <pc:spChg chg="del mod ord">
          <ac:chgData name="Roshni S" userId="a0143aa281aa84b2" providerId="LiveId" clId="{4E225CC7-4E75-482E-B6E7-FC1AD3AB2A34}" dt="2023-01-07T12:15:08.858" v="11047" actId="700"/>
          <ac:spMkLst>
            <pc:docMk/>
            <pc:sldMk cId="131288040" sldId="315"/>
            <ac:spMk id="2" creationId="{394FE849-2E84-9DE1-9162-C962C5505577}"/>
          </ac:spMkLst>
        </pc:spChg>
        <pc:spChg chg="del mod ord">
          <ac:chgData name="Roshni S" userId="a0143aa281aa84b2" providerId="LiveId" clId="{4E225CC7-4E75-482E-B6E7-FC1AD3AB2A34}" dt="2023-01-07T12:15:08.858" v="11047" actId="700"/>
          <ac:spMkLst>
            <pc:docMk/>
            <pc:sldMk cId="131288040" sldId="315"/>
            <ac:spMk id="3" creationId="{623AE8CE-E68E-EBB0-7ACB-1F78E8DF12AC}"/>
          </ac:spMkLst>
        </pc:spChg>
        <pc:spChg chg="add mod ord">
          <ac:chgData name="Roshni S" userId="a0143aa281aa84b2" providerId="LiveId" clId="{4E225CC7-4E75-482E-B6E7-FC1AD3AB2A34}" dt="2023-01-07T12:15:51.903" v="11068" actId="14100"/>
          <ac:spMkLst>
            <pc:docMk/>
            <pc:sldMk cId="131288040" sldId="315"/>
            <ac:spMk id="4" creationId="{4AE2ED07-7203-730B-7AB2-25A8FB6A4A1F}"/>
          </ac:spMkLst>
        </pc:spChg>
        <pc:spChg chg="add del mod ord">
          <ac:chgData name="Roshni S" userId="a0143aa281aa84b2" providerId="LiveId" clId="{4E225CC7-4E75-482E-B6E7-FC1AD3AB2A34}" dt="2023-01-07T12:15:40.321" v="11049" actId="21"/>
          <ac:spMkLst>
            <pc:docMk/>
            <pc:sldMk cId="131288040" sldId="315"/>
            <ac:spMk id="5" creationId="{6F54091F-67B6-3911-B1A2-D5C32A15A387}"/>
          </ac:spMkLst>
        </pc:spChg>
      </pc:sldChg>
      <pc:sldChg chg="modSp new mod">
        <pc:chgData name="Roshni S" userId="a0143aa281aa84b2" providerId="LiveId" clId="{4E225CC7-4E75-482E-B6E7-FC1AD3AB2A34}" dt="2023-01-07T12:30:31.580" v="11299" actId="14100"/>
        <pc:sldMkLst>
          <pc:docMk/>
          <pc:sldMk cId="414434295" sldId="316"/>
        </pc:sldMkLst>
        <pc:spChg chg="mod">
          <ac:chgData name="Roshni S" userId="a0143aa281aa84b2" providerId="LiveId" clId="{4E225CC7-4E75-482E-B6E7-FC1AD3AB2A34}" dt="2023-01-07T12:16:01.053" v="11080" actId="20577"/>
          <ac:spMkLst>
            <pc:docMk/>
            <pc:sldMk cId="414434295" sldId="316"/>
            <ac:spMk id="2" creationId="{74BD4E98-526D-608E-4F03-F4F615A56EE1}"/>
          </ac:spMkLst>
        </pc:spChg>
        <pc:spChg chg="mod">
          <ac:chgData name="Roshni S" userId="a0143aa281aa84b2" providerId="LiveId" clId="{4E225CC7-4E75-482E-B6E7-FC1AD3AB2A34}" dt="2023-01-07T12:30:31.580" v="11299" actId="14100"/>
          <ac:spMkLst>
            <pc:docMk/>
            <pc:sldMk cId="414434295" sldId="316"/>
            <ac:spMk id="3" creationId="{866EE72E-8E8B-0922-8E38-15D2713622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-8-features/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AE17-2D4D-7FC2-6B92-8707D5D84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084" y="2447364"/>
            <a:ext cx="4941045" cy="1375275"/>
          </a:xfrm>
        </p:spPr>
        <p:txBody>
          <a:bodyPr/>
          <a:lstStyle/>
          <a:p>
            <a:r>
              <a:rPr lang="en-US" dirty="0"/>
              <a:t>JAVA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45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9789ED0-3442-FE68-32C0-2DA4779BC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2239" y="595032"/>
            <a:ext cx="6321208" cy="5667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/>
                </a:solidFill>
              </a:rPr>
              <a:t>What is JAVA?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/>
                </a:solidFill>
              </a:rPr>
              <a:t>When Java developed?</a:t>
            </a:r>
          </a:p>
          <a:p>
            <a:pPr>
              <a:lnSpc>
                <a:spcPct val="150000"/>
              </a:lnSpc>
            </a:pPr>
            <a:r>
              <a:rPr lang="en-IN" sz="3200" b="1" dirty="0" smtClean="0">
                <a:solidFill>
                  <a:schemeClr val="accent1"/>
                </a:solidFill>
              </a:rPr>
              <a:t>How </a:t>
            </a:r>
            <a:r>
              <a:rPr lang="en-IN" sz="3200" b="1" dirty="0">
                <a:solidFill>
                  <a:schemeClr val="accent1"/>
                </a:solidFill>
              </a:rPr>
              <a:t>Java runs?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/>
                </a:solidFill>
              </a:rPr>
              <a:t>Why Java?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/>
                </a:solidFill>
              </a:rPr>
              <a:t>Who are all using Java</a:t>
            </a:r>
            <a:r>
              <a:rPr lang="en-IN" sz="3200" b="1" dirty="0" smtClean="0">
                <a:solidFill>
                  <a:schemeClr val="accent1"/>
                </a:solidFill>
              </a:rPr>
              <a:t>?</a:t>
            </a:r>
            <a:endParaRPr lang="en-IN" sz="3200" b="1" dirty="0">
              <a:solidFill>
                <a:schemeClr val="accent1"/>
              </a:solidFill>
            </a:endParaRPr>
          </a:p>
        </p:txBody>
      </p:sp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037A3ED8-F3C8-50B9-6CCF-15020BA989B0}"/>
              </a:ext>
            </a:extLst>
          </p:cNvPr>
          <p:cNvSpPr/>
          <p:nvPr/>
        </p:nvSpPr>
        <p:spPr>
          <a:xfrm>
            <a:off x="1331259" y="2460812"/>
            <a:ext cx="2312894" cy="1573306"/>
          </a:xfrm>
          <a:prstGeom prst="wedgeEllipse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1C821-1211-A61F-B25D-B0189A3C634F}"/>
              </a:ext>
            </a:extLst>
          </p:cNvPr>
          <p:cNvSpPr/>
          <p:nvPr/>
        </p:nvSpPr>
        <p:spPr>
          <a:xfrm>
            <a:off x="2031317" y="2585745"/>
            <a:ext cx="69762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0"/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2460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8F52-89EC-A8DE-B618-9612A0C8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0B31-D2AA-6F13-DD4A-5EF80B7B7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894" y="2487704"/>
            <a:ext cx="9257507" cy="391309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It </a:t>
            </a:r>
            <a:r>
              <a:rPr lang="en-US" sz="2400" dirty="0" smtClean="0"/>
              <a:t>is </a:t>
            </a:r>
            <a:r>
              <a:rPr lang="en-US" sz="2400" dirty="0"/>
              <a:t>Object Oriented Programming language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James Gosling-1995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Sun Microsystem </a:t>
            </a:r>
            <a:r>
              <a:rPr lang="en-US" sz="2400" dirty="0">
                <a:sym typeface="Wingdings" panose="05000000000000000000" pitchFamily="2" charset="2"/>
              </a:rPr>
              <a:t> Oracle on 2009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Platform independent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JDK – Java Development Kit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IDE – Integrated Development Environment</a:t>
            </a:r>
            <a:endParaRPr lang="en-IN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6490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0D4D-D8B2-6CB5-5447-582B1F0E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627" y="1149159"/>
            <a:ext cx="8761413" cy="706964"/>
          </a:xfrm>
        </p:spPr>
        <p:txBody>
          <a:bodyPr/>
          <a:lstStyle/>
          <a:p>
            <a:r>
              <a:rPr lang="en-US" b="1" dirty="0"/>
              <a:t>FEATURES OF JAVA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DAC5-7208-698E-CC4F-3209666C2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083" y="2548714"/>
            <a:ext cx="8083176" cy="37445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Open source- free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WORA- Write Once Run Anywhere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Portable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Distributed and secure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Compiled and then </a:t>
            </a:r>
            <a:r>
              <a:rPr lang="en-US" sz="2800" dirty="0" smtClean="0"/>
              <a:t>Interpreted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074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Java Runs: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824326" y="2661696"/>
            <a:ext cx="1450109" cy="13392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Byte Code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4511902" y="3023538"/>
            <a:ext cx="2068946" cy="7019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Compiler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417925" y="4987292"/>
            <a:ext cx="1893455" cy="6927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JVM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61563" y="2835100"/>
            <a:ext cx="14501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I/P</a:t>
            </a:r>
          </a:p>
          <a:p>
            <a:r>
              <a:rPr lang="en-US" b="1" dirty="0" smtClean="0"/>
              <a:t>Source Code</a:t>
            </a:r>
            <a:endParaRPr lang="en-US" b="1" dirty="0"/>
          </a:p>
        </p:txBody>
      </p:sp>
      <p:sp>
        <p:nvSpPr>
          <p:cNvPr id="8" name="Right Arrow 7"/>
          <p:cNvSpPr/>
          <p:nvPr/>
        </p:nvSpPr>
        <p:spPr>
          <a:xfrm>
            <a:off x="3717573" y="3269115"/>
            <a:ext cx="618837" cy="14778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5400000">
            <a:off x="7981343" y="4417610"/>
            <a:ext cx="618837" cy="14778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6854505" y="3299819"/>
            <a:ext cx="618837" cy="14778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0800000">
            <a:off x="6256457" y="5254506"/>
            <a:ext cx="618837" cy="14778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665489" y="5066787"/>
            <a:ext cx="1450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</a:t>
            </a:r>
            <a:r>
              <a:rPr lang="en-US" sz="2800" b="1" dirty="0" smtClean="0"/>
              <a:t>/P</a:t>
            </a:r>
            <a:endParaRPr lang="en-US" sz="2800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4511902" y="4650519"/>
            <a:ext cx="1237673" cy="12079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740383" y="2636422"/>
            <a:ext cx="1703533" cy="14745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47581" y="4182082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Hello.java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411855" y="3149296"/>
            <a:ext cx="2274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Hello.class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4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119E-3187-8A00-7356-B17AD0CA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Java: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3C6E8-F183-DDA6-ECC2-C0987ED5C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2602" y="2514396"/>
            <a:ext cx="6671234" cy="3877983"/>
          </a:xfrm>
        </p:spPr>
        <p:txBody>
          <a:bodyPr>
            <a:normAutofit/>
          </a:bodyPr>
          <a:lstStyle/>
          <a:p>
            <a:r>
              <a:rPr lang="en-IN" sz="2800" dirty="0" smtClean="0"/>
              <a:t>Desktop </a:t>
            </a:r>
            <a:r>
              <a:rPr lang="en-IN" sz="2800" dirty="0"/>
              <a:t>GUI Applications</a:t>
            </a:r>
          </a:p>
          <a:p>
            <a:r>
              <a:rPr lang="en-IN" sz="2800" dirty="0"/>
              <a:t>Web applications</a:t>
            </a:r>
          </a:p>
          <a:p>
            <a:r>
              <a:rPr lang="en-IN" sz="2800" dirty="0"/>
              <a:t>Mobile Applications</a:t>
            </a:r>
          </a:p>
          <a:p>
            <a:r>
              <a:rPr lang="en-IN" sz="2800" dirty="0"/>
              <a:t>Gaming applications</a:t>
            </a:r>
          </a:p>
          <a:p>
            <a:r>
              <a:rPr lang="en-IN" sz="2800" dirty="0"/>
              <a:t>Big Data technology</a:t>
            </a:r>
          </a:p>
          <a:p>
            <a:r>
              <a:rPr lang="en-IN" sz="2800" dirty="0"/>
              <a:t>Cloud Applications</a:t>
            </a:r>
          </a:p>
          <a:p>
            <a:r>
              <a:rPr lang="en-IN" sz="2800" dirty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303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D6DC-501E-0811-4A80-F62D6FF8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218" y="1076014"/>
            <a:ext cx="8761413" cy="706964"/>
          </a:xfrm>
        </p:spPr>
        <p:txBody>
          <a:bodyPr/>
          <a:lstStyle/>
          <a:p>
            <a:r>
              <a:rPr lang="en-US" b="1" dirty="0"/>
              <a:t>Types of JAVA: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C384D-0C9D-EC5C-E781-76D792279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5216" y="2623705"/>
            <a:ext cx="6044928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J2SE </a:t>
            </a:r>
            <a:r>
              <a:rPr lang="en-US" sz="2800" dirty="0">
                <a:sym typeface="Wingdings" panose="05000000000000000000" pitchFamily="2" charset="2"/>
              </a:rPr>
              <a:t> Standard Edition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ym typeface="Wingdings" panose="05000000000000000000" pitchFamily="2" charset="2"/>
              </a:rPr>
              <a:t>J2EE </a:t>
            </a:r>
            <a:r>
              <a:rPr lang="en-US" sz="2800" dirty="0">
                <a:sym typeface="Wingdings" panose="05000000000000000000" pitchFamily="2" charset="2"/>
              </a:rPr>
              <a:t> Enterprise Edition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ym typeface="Wingdings" panose="05000000000000000000" pitchFamily="2" charset="2"/>
              </a:rPr>
              <a:t>J2ME </a:t>
            </a:r>
            <a:r>
              <a:rPr lang="en-US" sz="2800" dirty="0">
                <a:sym typeface="Wingdings" panose="05000000000000000000" pitchFamily="2" charset="2"/>
              </a:rPr>
              <a:t> Micro Edition</a:t>
            </a:r>
            <a:endParaRPr lang="en-IN" sz="2800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26398" y="2595995"/>
            <a:ext cx="2854036" cy="22775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58907" y="2807855"/>
            <a:ext cx="1958109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JRE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48254" y="3051383"/>
            <a:ext cx="1191491" cy="6650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JVM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53416" y="3925544"/>
            <a:ext cx="131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JRE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873672" y="4504174"/>
            <a:ext cx="131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JDK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673271" y="5360290"/>
            <a:ext cx="4941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JRE </a:t>
            </a:r>
            <a:r>
              <a:rPr lang="en-US" sz="2000" b="1" dirty="0" smtClean="0">
                <a:sym typeface="Wingdings" panose="05000000000000000000" pitchFamily="2" charset="2"/>
              </a:rPr>
              <a:t>  Java Runtime Environment</a:t>
            </a:r>
          </a:p>
          <a:p>
            <a:r>
              <a:rPr lang="en-US" sz="2000" b="1" dirty="0" smtClean="0">
                <a:sym typeface="Wingdings" panose="05000000000000000000" pitchFamily="2" charset="2"/>
              </a:rPr>
              <a:t>JVM  </a:t>
            </a:r>
            <a:r>
              <a:rPr lang="en-US" sz="2000" b="1" dirty="0">
                <a:sym typeface="Wingdings" panose="05000000000000000000" pitchFamily="2" charset="2"/>
              </a:rPr>
              <a:t>J</a:t>
            </a:r>
            <a:r>
              <a:rPr lang="en-US" sz="2000" b="1" dirty="0" smtClean="0">
                <a:sym typeface="Wingdings" panose="05000000000000000000" pitchFamily="2" charset="2"/>
              </a:rPr>
              <a:t>ava Virtual Machine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3993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95B1-2BDD-A07F-067A-C36453E4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00" y="1149159"/>
            <a:ext cx="8761413" cy="706964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</a:rPr>
              <a:t>Basic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bg1"/>
                </a:solidFill>
              </a:rPr>
              <a:t>Program: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8518" y="2432763"/>
            <a:ext cx="9208246" cy="41527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package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Programs</a:t>
            </a:r>
            <a:r>
              <a:rPr lang="en-IN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IN" sz="24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First </a:t>
            </a:r>
          </a:p>
          <a:p>
            <a:pPr marL="0" indent="0">
              <a:buNone/>
            </a:pPr>
            <a:r>
              <a:rPr lang="en-IN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endParaRPr lang="en-IN" sz="24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	public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sz="2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sz="24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sz="2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4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"welcome to Eclipse</a:t>
            </a:r>
            <a:r>
              <a:rPr lang="en-US" sz="2400" b="1" i="1" dirty="0" smtClean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sz="2400" b="1" i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IN" sz="24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IN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0993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9AAD-6B2A-FA5B-65CB-3E5255F9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082" y="1136459"/>
            <a:ext cx="8328867" cy="706964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Variables: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31514-FFFD-EBB6-4B80-F63B325E3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387" y="2470727"/>
            <a:ext cx="8744255" cy="4013199"/>
          </a:xfrm>
        </p:spPr>
        <p:txBody>
          <a:bodyPr>
            <a:normAutofit/>
          </a:bodyPr>
          <a:lstStyle/>
          <a:p>
            <a:pPr lvl="2"/>
            <a:r>
              <a:rPr lang="en-IN" sz="2400" dirty="0" smtClean="0"/>
              <a:t>  Naming a storage location to access the stored data.</a:t>
            </a:r>
          </a:p>
          <a:p>
            <a:pPr marL="914400" lvl="2" indent="0">
              <a:buNone/>
            </a:pPr>
            <a:r>
              <a:rPr lang="en-IN" sz="2400" b="1" dirty="0" smtClean="0">
                <a:sym typeface="Wingdings" panose="05000000000000000000" pitchFamily="2" charset="2"/>
              </a:rPr>
              <a:t>Variable declaration</a:t>
            </a:r>
            <a:r>
              <a:rPr lang="en-IN" sz="2400" b="1" dirty="0">
                <a:sym typeface="Wingdings" panose="05000000000000000000" pitchFamily="2" charset="2"/>
              </a:rPr>
              <a:t>:</a:t>
            </a:r>
          </a:p>
          <a:p>
            <a:pPr marL="1371600" lvl="3" indent="0">
              <a:buNone/>
            </a:pPr>
            <a:r>
              <a:rPr lang="en-IN" sz="2400" b="1" dirty="0">
                <a:solidFill>
                  <a:schemeClr val="tx1"/>
                </a:solidFill>
                <a:sym typeface="Wingdings" panose="05000000000000000000" pitchFamily="2" charset="2"/>
              </a:rPr>
              <a:t>			 </a:t>
            </a:r>
            <a:r>
              <a:rPr lang="en-IN" sz="2400" b="1" dirty="0" err="1">
                <a:solidFill>
                  <a:schemeClr val="tx1"/>
                </a:solidFill>
                <a:sym typeface="Wingdings" panose="05000000000000000000" pitchFamily="2" charset="2"/>
              </a:rPr>
              <a:t>int</a:t>
            </a:r>
            <a:r>
              <a:rPr lang="en-IN" sz="2400" b="1" dirty="0">
                <a:solidFill>
                  <a:schemeClr val="tx1"/>
                </a:solidFill>
                <a:sym typeface="Wingdings" panose="05000000000000000000" pitchFamily="2" charset="2"/>
              </a:rPr>
              <a:t> a = 10</a:t>
            </a:r>
            <a:r>
              <a:rPr lang="en-IN" sz="24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;</a:t>
            </a:r>
            <a:endParaRPr lang="en-IN" sz="2400" dirty="0" smtClean="0"/>
          </a:p>
          <a:p>
            <a:pPr marL="914400" lvl="2" indent="0">
              <a:buNone/>
            </a:pPr>
            <a:r>
              <a:rPr lang="en-IN" sz="2800" b="1" dirty="0" smtClean="0"/>
              <a:t>Types:</a:t>
            </a:r>
            <a:endParaRPr lang="en-IN" sz="2400" b="1" dirty="0" smtClean="0"/>
          </a:p>
          <a:p>
            <a:pPr lvl="3"/>
            <a:r>
              <a:rPr lang="en-IN" sz="2000" dirty="0" smtClean="0"/>
              <a:t> </a:t>
            </a:r>
            <a:r>
              <a:rPr lang="en-IN" sz="2400" dirty="0"/>
              <a:t>Local variable </a:t>
            </a:r>
            <a:r>
              <a:rPr lang="en-IN" sz="2400" dirty="0">
                <a:sym typeface="Wingdings" panose="05000000000000000000" pitchFamily="2" charset="2"/>
              </a:rPr>
              <a:t> Inside main method</a:t>
            </a:r>
            <a:endParaRPr lang="en-IN" sz="2400" dirty="0"/>
          </a:p>
          <a:p>
            <a:pPr lvl="3"/>
            <a:r>
              <a:rPr lang="en-IN" sz="2400" dirty="0"/>
              <a:t> Static variable </a:t>
            </a:r>
            <a:r>
              <a:rPr lang="en-IN" sz="2400">
                <a:sym typeface="Wingdings" panose="05000000000000000000" pitchFamily="2" charset="2"/>
              </a:rPr>
              <a:t> </a:t>
            </a:r>
            <a:r>
              <a:rPr lang="en-IN" sz="2400" smtClean="0">
                <a:sym typeface="Wingdings" panose="05000000000000000000" pitchFamily="2" charset="2"/>
              </a:rPr>
              <a:t>static </a:t>
            </a:r>
            <a:r>
              <a:rPr lang="en-IN" sz="2400" dirty="0">
                <a:sym typeface="Wingdings" panose="05000000000000000000" pitchFamily="2" charset="2"/>
              </a:rPr>
              <a:t>keyword</a:t>
            </a:r>
            <a:endParaRPr lang="en-IN" sz="2400" dirty="0"/>
          </a:p>
          <a:p>
            <a:pPr lvl="3"/>
            <a:r>
              <a:rPr lang="en-IN" sz="2400" dirty="0"/>
              <a:t> Instance variable </a:t>
            </a:r>
            <a:r>
              <a:rPr lang="en-IN" sz="2400" dirty="0">
                <a:sym typeface="Wingdings" panose="05000000000000000000" pitchFamily="2" charset="2"/>
              </a:rPr>
              <a:t> Inside </a:t>
            </a:r>
            <a:r>
              <a:rPr lang="en-IN" sz="2400" dirty="0" smtClean="0">
                <a:sym typeface="Wingdings" panose="05000000000000000000" pitchFamily="2" charset="2"/>
              </a:rPr>
              <a:t>class</a:t>
            </a:r>
            <a:endParaRPr lang="en-US" sz="24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57818" y="3648364"/>
            <a:ext cx="2253673" cy="526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7130473" y="3648364"/>
            <a:ext cx="0" cy="50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0"/>
            <a:endCxn id="4" idx="2"/>
          </p:cNvCxnSpPr>
          <p:nvPr/>
        </p:nvCxnSpPr>
        <p:spPr>
          <a:xfrm>
            <a:off x="7684655" y="3648364"/>
            <a:ext cx="0" cy="526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275782" y="3648364"/>
            <a:ext cx="9236" cy="5264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74872" y="3717698"/>
            <a:ext cx="215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1      0       1      0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409767" y="3152032"/>
            <a:ext cx="1421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15" name="Right Arrow 14"/>
          <p:cNvSpPr/>
          <p:nvPr/>
        </p:nvSpPr>
        <p:spPr>
          <a:xfrm>
            <a:off x="5837382" y="3911600"/>
            <a:ext cx="498763" cy="1754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7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736" y="1056795"/>
            <a:ext cx="8761413" cy="706964"/>
          </a:xfrm>
        </p:spPr>
        <p:txBody>
          <a:bodyPr/>
          <a:lstStyle/>
          <a:p>
            <a:r>
              <a:rPr lang="en-US" b="1" dirty="0" smtClean="0"/>
              <a:t>Data Types: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4836" y="2613890"/>
            <a:ext cx="8848436" cy="340590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What kind of data we are storing and how much space it needs is denoted using data types.</a:t>
            </a:r>
          </a:p>
          <a:p>
            <a:pPr marL="0" indent="0">
              <a:buNone/>
            </a:pPr>
            <a:r>
              <a:rPr lang="en-US" sz="2400" b="1" dirty="0" smtClean="0"/>
              <a:t>Types:</a:t>
            </a:r>
          </a:p>
          <a:p>
            <a:pPr lvl="3">
              <a:buFont typeface="+mj-lt"/>
              <a:buAutoNum type="arabicPeriod"/>
            </a:pPr>
            <a:r>
              <a:rPr lang="en-US" sz="2400" dirty="0"/>
              <a:t>Primitive – Standard Datatype</a:t>
            </a:r>
          </a:p>
          <a:p>
            <a:pPr lvl="3">
              <a:buFont typeface="+mj-lt"/>
              <a:buAutoNum type="arabicPeriod"/>
            </a:pPr>
            <a:r>
              <a:rPr lang="en-US" sz="2400" dirty="0"/>
              <a:t>Non-Primitive – Derived Datatype</a:t>
            </a:r>
          </a:p>
          <a:p>
            <a:pPr marL="0" indent="0">
              <a:buNone/>
            </a:pPr>
            <a:r>
              <a:rPr lang="en-US" sz="2400" b="1" dirty="0" smtClean="0"/>
              <a:t>Note: </a:t>
            </a:r>
            <a:r>
              <a:rPr lang="en-US" sz="2400" dirty="0" smtClean="0"/>
              <a:t>It will store the data in machine language(0,1).</a:t>
            </a:r>
          </a:p>
          <a:p>
            <a:pPr marL="0" indent="0">
              <a:buNone/>
            </a:pPr>
            <a:r>
              <a:rPr lang="en-US" sz="2400" dirty="0" smtClean="0"/>
              <a:t>So, </a:t>
            </a:r>
            <a:r>
              <a:rPr lang="en-US" sz="2400" b="1" dirty="0" smtClean="0"/>
              <a:t>every 0 or 1 is 1 bit </a:t>
            </a:r>
            <a:r>
              <a:rPr lang="en-US" sz="2400" dirty="0" smtClean="0"/>
              <a:t>and </a:t>
            </a:r>
            <a:r>
              <a:rPr lang="en-US" sz="2400" b="1" dirty="0" smtClean="0"/>
              <a:t>8 bits = 1 byte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7253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6750-4097-B3DB-0B7F-DEA08CD7F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type: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7CEE65-ADEC-DB16-D2BA-5DCC0CE26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873" y="2362200"/>
            <a:ext cx="8171440" cy="4114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000" b="1" dirty="0">
                <a:solidFill>
                  <a:schemeClr val="accent1"/>
                </a:solidFill>
              </a:rPr>
              <a:t>Data Type:</a:t>
            </a:r>
            <a:r>
              <a:rPr lang="en-IN" dirty="0"/>
              <a:t>						</a:t>
            </a:r>
            <a:r>
              <a:rPr lang="en-IN" sz="3000" b="1" dirty="0">
                <a:solidFill>
                  <a:schemeClr val="accent1"/>
                </a:solidFill>
              </a:rPr>
              <a:t>Default size</a:t>
            </a:r>
          </a:p>
          <a:p>
            <a:pPr marL="0" indent="0">
              <a:buNone/>
            </a:pPr>
            <a:r>
              <a:rPr lang="en-IN" sz="3000" b="1" dirty="0">
                <a:solidFill>
                  <a:schemeClr val="accent1"/>
                </a:solidFill>
              </a:rPr>
              <a:t>	</a:t>
            </a:r>
            <a:r>
              <a:rPr lang="en-IN" sz="2400" b="1" dirty="0" smtClean="0"/>
              <a:t>byte(numbers</a:t>
            </a:r>
            <a:r>
              <a:rPr lang="en-IN" sz="2400" dirty="0"/>
              <a:t>)						8 bit - 1 byte</a:t>
            </a:r>
            <a:endParaRPr lang="en-IN" sz="2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200" b="1" dirty="0" smtClean="0"/>
              <a:t>Boolean</a:t>
            </a:r>
            <a:r>
              <a:rPr lang="en-IN" sz="2200" dirty="0" smtClean="0"/>
              <a:t>(true, false)</a:t>
            </a:r>
            <a:r>
              <a:rPr lang="en-IN" sz="2200" dirty="0"/>
              <a:t>					8 bit - 1 byte</a:t>
            </a:r>
          </a:p>
          <a:p>
            <a:pPr marL="0" indent="0">
              <a:buNone/>
            </a:pPr>
            <a:r>
              <a:rPr lang="en-IN" sz="2200" dirty="0"/>
              <a:t>	</a:t>
            </a:r>
            <a:r>
              <a:rPr lang="en-IN" sz="2200" b="1" dirty="0" smtClean="0"/>
              <a:t>char</a:t>
            </a:r>
            <a:r>
              <a:rPr lang="en-IN" sz="2200" dirty="0" smtClean="0"/>
              <a:t>(alphabets, symbols)</a:t>
            </a:r>
            <a:r>
              <a:rPr lang="en-IN" sz="2200" dirty="0"/>
              <a:t>			16 bit - 2 byte</a:t>
            </a:r>
          </a:p>
          <a:p>
            <a:pPr marL="0" indent="0">
              <a:buNone/>
            </a:pPr>
            <a:r>
              <a:rPr lang="en-IN" sz="2200" dirty="0"/>
              <a:t>	</a:t>
            </a:r>
            <a:r>
              <a:rPr lang="en-IN" sz="2200" b="1" dirty="0" smtClean="0"/>
              <a:t>short</a:t>
            </a:r>
            <a:r>
              <a:rPr lang="en-IN" sz="2200" dirty="0" smtClean="0"/>
              <a:t>(</a:t>
            </a:r>
            <a:r>
              <a:rPr lang="en-IN" sz="2200" dirty="0" err="1" smtClean="0"/>
              <a:t>num</a:t>
            </a:r>
            <a:r>
              <a:rPr lang="en-IN" sz="2200" dirty="0"/>
              <a:t>	</a:t>
            </a:r>
            <a:r>
              <a:rPr lang="en-IN" sz="2200" dirty="0" err="1" smtClean="0"/>
              <a:t>bers</a:t>
            </a:r>
            <a:r>
              <a:rPr lang="en-IN" sz="2200" dirty="0" smtClean="0"/>
              <a:t>) 		</a:t>
            </a:r>
            <a:r>
              <a:rPr lang="en-IN" sz="2200" dirty="0"/>
              <a:t>				16 bit - 2 byte</a:t>
            </a:r>
          </a:p>
          <a:p>
            <a:pPr marL="0" indent="0">
              <a:buNone/>
            </a:pPr>
            <a:r>
              <a:rPr lang="en-IN" sz="2200" dirty="0"/>
              <a:t>	</a:t>
            </a:r>
            <a:r>
              <a:rPr lang="en-IN" sz="2200" b="1" dirty="0"/>
              <a:t>int	</a:t>
            </a:r>
            <a:r>
              <a:rPr lang="en-IN" sz="2200" dirty="0"/>
              <a:t>(</a:t>
            </a:r>
            <a:r>
              <a:rPr lang="en-IN" sz="2200" dirty="0" smtClean="0"/>
              <a:t>numbers</a:t>
            </a:r>
            <a:r>
              <a:rPr lang="en-IN" sz="2200" dirty="0"/>
              <a:t>)						32 bit - 4 byte</a:t>
            </a:r>
          </a:p>
          <a:p>
            <a:pPr marL="0" indent="0">
              <a:buNone/>
            </a:pPr>
            <a:r>
              <a:rPr lang="en-IN" sz="2200" dirty="0"/>
              <a:t>	</a:t>
            </a:r>
            <a:r>
              <a:rPr lang="en-IN" sz="2200" b="1" dirty="0" smtClean="0"/>
              <a:t>long</a:t>
            </a:r>
            <a:r>
              <a:rPr lang="en-IN" sz="2200" dirty="0" smtClean="0"/>
              <a:t>(numbers</a:t>
            </a:r>
            <a:r>
              <a:rPr lang="en-IN" sz="2200" dirty="0"/>
              <a:t>)						64 bit - 8 byte</a:t>
            </a:r>
          </a:p>
          <a:p>
            <a:pPr marL="0" indent="0">
              <a:buNone/>
            </a:pPr>
            <a:r>
              <a:rPr lang="en-IN" sz="2200" dirty="0"/>
              <a:t>	</a:t>
            </a:r>
            <a:r>
              <a:rPr lang="en-IN" sz="2200" b="1" dirty="0" smtClean="0"/>
              <a:t>float</a:t>
            </a:r>
            <a:r>
              <a:rPr lang="en-IN" sz="2200" dirty="0" smtClean="0"/>
              <a:t>(point values)</a:t>
            </a:r>
            <a:r>
              <a:rPr lang="en-IN" sz="2200" dirty="0"/>
              <a:t>					32 bit - 4 byte</a:t>
            </a:r>
          </a:p>
          <a:p>
            <a:pPr marL="0" indent="0">
              <a:buNone/>
            </a:pPr>
            <a:r>
              <a:rPr lang="en-IN" sz="2200" dirty="0"/>
              <a:t>	</a:t>
            </a:r>
            <a:r>
              <a:rPr lang="en-IN" sz="2200" b="1" dirty="0"/>
              <a:t>double</a:t>
            </a:r>
            <a:r>
              <a:rPr lang="en-IN" sz="2200" dirty="0"/>
              <a:t>(point values</a:t>
            </a:r>
            <a:r>
              <a:rPr lang="en-IN" sz="2200" dirty="0" smtClean="0"/>
              <a:t>)</a:t>
            </a:r>
            <a:r>
              <a:rPr lang="en-IN" sz="2200" dirty="0"/>
              <a:t>				64 bit - 8 byte</a:t>
            </a:r>
          </a:p>
        </p:txBody>
      </p:sp>
    </p:spTree>
    <p:extLst>
      <p:ext uri="{BB962C8B-B14F-4D97-AF65-F5344CB8AC3E}">
        <p14:creationId xmlns:p14="http://schemas.microsoft.com/office/powerpoint/2010/main" val="203442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F76F-C809-0800-4A2E-3E385C92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B61B3-D03C-3F6B-9488-6DA2993F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411" y="2395182"/>
            <a:ext cx="9692640" cy="42799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0" i="0" dirty="0" smtClean="0">
                <a:solidFill>
                  <a:srgbClr val="000000"/>
                </a:solidFill>
                <a:effectLst/>
                <a:latin typeface="inter-regular"/>
              </a:rPr>
              <a:t>A symbol like(+) used to </a:t>
            </a:r>
            <a:r>
              <a:rPr lang="en-IN" sz="2400" b="0" i="0" smtClean="0">
                <a:solidFill>
                  <a:srgbClr val="000000"/>
                </a:solidFill>
                <a:effectLst/>
                <a:latin typeface="inter-regular"/>
              </a:rPr>
              <a:t>perform </a:t>
            </a:r>
            <a:r>
              <a:rPr lang="en-IN" sz="2400" b="0" i="0" smtClean="0">
                <a:solidFill>
                  <a:srgbClr val="000000"/>
                </a:solidFill>
                <a:effectLst/>
                <a:latin typeface="inter-regular"/>
              </a:rPr>
              <a:t>operations </a:t>
            </a:r>
            <a:r>
              <a:rPr lang="en-IN" sz="2400" b="0" i="0" dirty="0" smtClean="0">
                <a:solidFill>
                  <a:srgbClr val="000000"/>
                </a:solidFill>
                <a:effectLst/>
                <a:latin typeface="inter-regular"/>
              </a:rPr>
              <a:t>like adding two numbers.</a:t>
            </a:r>
          </a:p>
          <a:p>
            <a:pPr lvl="3">
              <a:buFont typeface="+mj-lt"/>
              <a:buAutoNum type="arabicPeriod"/>
            </a:pPr>
            <a:r>
              <a:rPr lang="en-IN" sz="2800" b="0" i="0" dirty="0" smtClean="0">
                <a:solidFill>
                  <a:srgbClr val="000000"/>
                </a:solidFill>
                <a:effectLst/>
                <a:latin typeface="inter-regular"/>
              </a:rPr>
              <a:t>Arithmetic 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Operator            		</a:t>
            </a:r>
          </a:p>
          <a:p>
            <a:pPr lvl="3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Assignment Operator 	</a:t>
            </a:r>
            <a:r>
              <a:rPr lang="en-IN" sz="2800" dirty="0">
                <a:solidFill>
                  <a:srgbClr val="000000"/>
                </a:solidFill>
                <a:latin typeface="inter-regular"/>
              </a:rPr>
              <a:t>			</a:t>
            </a:r>
            <a:endParaRPr lang="en-IN" sz="2800" b="0" i="0" dirty="0">
              <a:solidFill>
                <a:srgbClr val="000000"/>
              </a:solidFill>
              <a:effectLst/>
              <a:latin typeface="inter-regular"/>
              <a:sym typeface="Wingdings" panose="05000000000000000000" pitchFamily="2" charset="2"/>
            </a:endParaRPr>
          </a:p>
          <a:p>
            <a:pPr lvl="3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inter-regular"/>
                <a:sym typeface="Wingdings" panose="05000000000000000000" pitchFamily="2" charset="2"/>
              </a:rPr>
              <a:t>Relational Operator				</a:t>
            </a:r>
          </a:p>
          <a:p>
            <a:pPr lvl="3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inter-regular"/>
              </a:rPr>
              <a:t>Increment/Decrement Operator 	</a:t>
            </a:r>
          </a:p>
          <a:p>
            <a:pPr lvl="3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inter-regular"/>
              </a:rPr>
              <a:t>Logical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 Operator		 				</a:t>
            </a:r>
            <a:r>
              <a:rPr lang="en-IN" sz="2800" dirty="0">
                <a:solidFill>
                  <a:srgbClr val="000000"/>
                </a:solidFill>
                <a:latin typeface="inter-regular"/>
              </a:rPr>
              <a:t>			</a:t>
            </a:r>
          </a:p>
          <a:p>
            <a:pPr lvl="3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latin typeface="inter-regular"/>
              </a:rPr>
              <a:t>Conditional Operator		</a:t>
            </a:r>
            <a:endParaRPr lang="en-US" sz="1400" dirty="0">
              <a:solidFill>
                <a:srgbClr val="000000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4873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77D2-3F87-7FA8-5E65-183822E4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dirty="0">
                <a:solidFill>
                  <a:schemeClr val="bg1"/>
                </a:solidFill>
                <a:effectLst/>
                <a:latin typeface="inter-regular"/>
              </a:rPr>
              <a:t>Arithmetic Operator: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2BC135-42E8-1CB0-0DE4-51252D49A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886454"/>
              </p:ext>
            </p:extLst>
          </p:nvPr>
        </p:nvGraphicFramePr>
        <p:xfrm>
          <a:off x="1905951" y="2413679"/>
          <a:ext cx="7826188" cy="4182035"/>
        </p:xfrm>
        <a:graphic>
          <a:graphicData uri="http://schemas.openxmlformats.org/drawingml/2006/table">
            <a:tbl>
              <a:tblPr/>
              <a:tblGrid>
                <a:gridCol w="3913094">
                  <a:extLst>
                    <a:ext uri="{9D8B030D-6E8A-4147-A177-3AD203B41FA5}">
                      <a16:colId xmlns:a16="http://schemas.microsoft.com/office/drawing/2014/main" val="1142873857"/>
                    </a:ext>
                  </a:extLst>
                </a:gridCol>
                <a:gridCol w="3913094">
                  <a:extLst>
                    <a:ext uri="{9D8B030D-6E8A-4147-A177-3AD203B41FA5}">
                      <a16:colId xmlns:a16="http://schemas.microsoft.com/office/drawing/2014/main" val="3202142434"/>
                    </a:ext>
                  </a:extLst>
                </a:gridCol>
              </a:tblGrid>
              <a:tr h="638922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Operation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39199"/>
                  </a:ext>
                </a:extLst>
              </a:tr>
              <a:tr h="638922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+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Addition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20325"/>
                  </a:ext>
                </a:extLst>
              </a:tr>
              <a:tr h="638922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-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Subtraction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567390"/>
                  </a:ext>
                </a:extLst>
              </a:tr>
              <a:tr h="638922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*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Multiplication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8678"/>
                  </a:ext>
                </a:extLst>
              </a:tr>
              <a:tr h="638922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/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Division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679089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%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Modulo Operation (Remainder after division)</a:t>
                      </a:r>
                    </a:p>
                  </a:txBody>
                  <a:tcPr marL="228600" marR="2286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09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39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E95F48-48F9-215D-EF0D-1C85DE472CB1}"/>
              </a:ext>
            </a:extLst>
          </p:cNvPr>
          <p:cNvSpPr txBox="1"/>
          <p:nvPr/>
        </p:nvSpPr>
        <p:spPr>
          <a:xfrm>
            <a:off x="1761565" y="1317812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72D96B-EA00-BA3A-F4DB-65200318A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548391"/>
              </p:ext>
            </p:extLst>
          </p:nvPr>
        </p:nvGraphicFramePr>
        <p:xfrm>
          <a:off x="1853930" y="2371708"/>
          <a:ext cx="8458200" cy="4235823"/>
        </p:xfrm>
        <a:graphic>
          <a:graphicData uri="http://schemas.openxmlformats.org/drawingml/2006/table">
            <a:tbl>
              <a:tblPr/>
              <a:tblGrid>
                <a:gridCol w="2662518">
                  <a:extLst>
                    <a:ext uri="{9D8B030D-6E8A-4147-A177-3AD203B41FA5}">
                      <a16:colId xmlns:a16="http://schemas.microsoft.com/office/drawing/2014/main" val="3655992757"/>
                    </a:ext>
                  </a:extLst>
                </a:gridCol>
                <a:gridCol w="2976282">
                  <a:extLst>
                    <a:ext uri="{9D8B030D-6E8A-4147-A177-3AD203B41FA5}">
                      <a16:colId xmlns:a16="http://schemas.microsoft.com/office/drawing/2014/main" val="424784453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94304675"/>
                    </a:ext>
                  </a:extLst>
                </a:gridCol>
              </a:tblGrid>
              <a:tr h="624147"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Equivalent to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04935"/>
                  </a:ext>
                </a:extLst>
              </a:tr>
              <a:tr h="601946"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    =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a =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a =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707628"/>
                  </a:ext>
                </a:extLst>
              </a:tr>
              <a:tr h="601946"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   +=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a +=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a = a +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3469"/>
                  </a:ext>
                </a:extLst>
              </a:tr>
              <a:tr h="601946"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   -=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a -=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a = a -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589184"/>
                  </a:ext>
                </a:extLst>
              </a:tr>
              <a:tr h="601946"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   *=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a *=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a = a *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314130"/>
                  </a:ext>
                </a:extLst>
              </a:tr>
              <a:tr h="601946"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   /=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a /=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a = a /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957697"/>
                  </a:ext>
                </a:extLst>
              </a:tr>
              <a:tr h="601946"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  %=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   a %=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a = a % b;</a:t>
                      </a:r>
                    </a:p>
                  </a:txBody>
                  <a:tcPr marL="221838" marR="221838" marT="110919" marB="110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097279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51F2B015-5BC2-DBE6-F903-A0415C8E3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613" y="1148996"/>
            <a:ext cx="8761413" cy="706964"/>
          </a:xfrm>
        </p:spPr>
        <p:txBody>
          <a:bodyPr/>
          <a:lstStyle/>
          <a:p>
            <a:r>
              <a:rPr lang="en-IN" sz="3600" b="0" i="0" dirty="0">
                <a:solidFill>
                  <a:schemeClr val="bg1"/>
                </a:solidFill>
                <a:effectLst/>
                <a:latin typeface="inter-regular"/>
              </a:rPr>
              <a:t>Assignment Operator: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21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DC9D-2E2A-BAAC-6CA3-B4C30456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solidFill>
                  <a:schemeClr val="bg1"/>
                </a:solidFill>
                <a:latin typeface="inter-regular"/>
                <a:sym typeface="Wingdings" panose="05000000000000000000" pitchFamily="2" charset="2"/>
              </a:rPr>
              <a:t>Relational Operator: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0AD50FC-C1D0-8E3D-A60D-590482BD2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873163"/>
              </p:ext>
            </p:extLst>
          </p:nvPr>
        </p:nvGraphicFramePr>
        <p:xfrm>
          <a:off x="1274347" y="2339787"/>
          <a:ext cx="9550671" cy="4316015"/>
        </p:xfrm>
        <a:graphic>
          <a:graphicData uri="http://schemas.openxmlformats.org/drawingml/2006/table">
            <a:tbl>
              <a:tblPr/>
              <a:tblGrid>
                <a:gridCol w="3183557">
                  <a:extLst>
                    <a:ext uri="{9D8B030D-6E8A-4147-A177-3AD203B41FA5}">
                      <a16:colId xmlns:a16="http://schemas.microsoft.com/office/drawing/2014/main" val="388170916"/>
                    </a:ext>
                  </a:extLst>
                </a:gridCol>
                <a:gridCol w="3183557">
                  <a:extLst>
                    <a:ext uri="{9D8B030D-6E8A-4147-A177-3AD203B41FA5}">
                      <a16:colId xmlns:a16="http://schemas.microsoft.com/office/drawing/2014/main" val="1275915111"/>
                    </a:ext>
                  </a:extLst>
                </a:gridCol>
                <a:gridCol w="3183557">
                  <a:extLst>
                    <a:ext uri="{9D8B030D-6E8A-4147-A177-3AD203B41FA5}">
                      <a16:colId xmlns:a16="http://schemas.microsoft.com/office/drawing/2014/main" val="1750201281"/>
                    </a:ext>
                  </a:extLst>
                </a:gridCol>
              </a:tblGrid>
              <a:tr h="621781"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>
                          <a:solidFill>
                            <a:schemeClr val="accent2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066931"/>
                  </a:ext>
                </a:extLst>
              </a:tr>
              <a:tr h="701175"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==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Is Equal To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3 == 5 returns </a:t>
                      </a:r>
                      <a:r>
                        <a:rPr lang="en-IN" sz="1600" b="1" dirty="0">
                          <a:effectLst/>
                        </a:rPr>
                        <a:t>false</a:t>
                      </a:r>
                      <a:endParaRPr lang="en-IN" sz="1600" dirty="0">
                        <a:effectLst/>
                      </a:endParaRP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390015"/>
                  </a:ext>
                </a:extLst>
              </a:tr>
              <a:tr h="571402"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!=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Not Equal To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3 != 5 returns </a:t>
                      </a:r>
                      <a:r>
                        <a:rPr lang="en-IN" sz="1600" b="1" dirty="0">
                          <a:effectLst/>
                        </a:rPr>
                        <a:t>true</a:t>
                      </a:r>
                      <a:endParaRPr lang="en-IN" sz="1600" dirty="0">
                        <a:effectLst/>
                      </a:endParaRP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931290"/>
                  </a:ext>
                </a:extLst>
              </a:tr>
              <a:tr h="571402"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&gt;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Greater Than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3 &gt; 5 returns </a:t>
                      </a:r>
                      <a:r>
                        <a:rPr lang="en-IN" sz="1600" b="1" dirty="0">
                          <a:effectLst/>
                        </a:rPr>
                        <a:t>false</a:t>
                      </a:r>
                      <a:endParaRPr lang="en-IN" sz="1600" dirty="0">
                        <a:effectLst/>
                      </a:endParaRP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947298"/>
                  </a:ext>
                </a:extLst>
              </a:tr>
              <a:tr h="484618"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&lt;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Less Than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3 &lt; 5 returns </a:t>
                      </a:r>
                      <a:r>
                        <a:rPr lang="en-IN" sz="1600" b="1" dirty="0">
                          <a:effectLst/>
                        </a:rPr>
                        <a:t>true</a:t>
                      </a:r>
                      <a:endParaRPr lang="en-IN" sz="1600" dirty="0">
                        <a:effectLst/>
                      </a:endParaRP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055780"/>
                  </a:ext>
                </a:extLst>
              </a:tr>
              <a:tr h="482562"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&gt;=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Greater Than or Equal To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3 &gt;= 5 returns </a:t>
                      </a:r>
                      <a:r>
                        <a:rPr lang="en-IN" sz="1600" b="1" dirty="0">
                          <a:effectLst/>
                        </a:rPr>
                        <a:t>false</a:t>
                      </a:r>
                      <a:endParaRPr lang="en-IN" sz="1600" dirty="0">
                        <a:effectLst/>
                      </a:endParaRP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855077"/>
                  </a:ext>
                </a:extLst>
              </a:tr>
              <a:tr h="883075"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&lt;=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Less Than or Equal To</a:t>
                      </a: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effectLst/>
                        </a:rPr>
                        <a:t>3 &lt;= 5 returns </a:t>
                      </a:r>
                      <a:r>
                        <a:rPr lang="en-IN" sz="1600" b="1" dirty="0">
                          <a:effectLst/>
                        </a:rPr>
                        <a:t>true</a:t>
                      </a:r>
                      <a:endParaRPr lang="en-IN" sz="1600" dirty="0">
                        <a:effectLst/>
                      </a:endParaRPr>
                    </a:p>
                  </a:txBody>
                  <a:tcPr marL="179805" marR="179805" marT="89903" marB="899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80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4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608" y="1130686"/>
            <a:ext cx="8761413" cy="706964"/>
          </a:xfrm>
        </p:spPr>
        <p:txBody>
          <a:bodyPr/>
          <a:lstStyle/>
          <a:p>
            <a:r>
              <a:rPr lang="en-US" b="1" dirty="0" smtClean="0"/>
              <a:t>Increment / Decrement:</a:t>
            </a:r>
            <a:endParaRPr lang="en-US" b="1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CD884AC-D773-ECA2-3BBB-16431ACA5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638" y="2547794"/>
            <a:ext cx="8826500" cy="34163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accent2"/>
                </a:solidFill>
              </a:rPr>
              <a:t>Operators</a:t>
            </a:r>
            <a:r>
              <a:rPr lang="en-US" sz="1900" dirty="0"/>
              <a:t>	</a:t>
            </a:r>
            <a:r>
              <a:rPr lang="en-US" dirty="0"/>
              <a:t>	 </a:t>
            </a:r>
            <a:r>
              <a:rPr lang="en-US" dirty="0" smtClean="0"/>
              <a:t>   </a:t>
            </a:r>
            <a:r>
              <a:rPr lang="en-US" sz="2800" b="1" dirty="0">
                <a:solidFill>
                  <a:schemeClr val="accent2"/>
                </a:solidFill>
              </a:rPr>
              <a:t>Example</a:t>
            </a:r>
            <a:r>
              <a:rPr lang="en-US" dirty="0"/>
              <a:t>				</a:t>
            </a:r>
            <a:r>
              <a:rPr lang="en-US" sz="2800" b="1" dirty="0" smtClean="0">
                <a:solidFill>
                  <a:schemeClr val="accent2"/>
                </a:solidFill>
              </a:rPr>
              <a:t>Description</a:t>
            </a:r>
            <a:endParaRPr lang="en-US" sz="2800" b="1" dirty="0">
              <a:solidFill>
                <a:schemeClr val="accent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sz="2400" dirty="0" smtClean="0"/>
              <a:t>a++</a:t>
            </a:r>
            <a:r>
              <a:rPr lang="en-US" sz="2400" dirty="0"/>
              <a:t>				  </a:t>
            </a:r>
            <a:r>
              <a:rPr lang="en-US" sz="2400" dirty="0" smtClean="0"/>
              <a:t>a+1</a:t>
            </a:r>
            <a:r>
              <a:rPr lang="en-US" sz="2400" dirty="0"/>
              <a:t>				</a:t>
            </a:r>
            <a:r>
              <a:rPr lang="en-US" sz="2400" dirty="0" smtClean="0"/>
              <a:t>     post- increment</a:t>
            </a:r>
            <a:r>
              <a:rPr lang="en-US" sz="2400" dirty="0"/>
              <a:t>	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	</a:t>
            </a:r>
            <a:r>
              <a:rPr lang="en-US" sz="2400" dirty="0" smtClean="0"/>
              <a:t>++a</a:t>
            </a:r>
            <a:r>
              <a:rPr lang="en-US" sz="2400" dirty="0"/>
              <a:t>				</a:t>
            </a:r>
            <a:r>
              <a:rPr lang="en-US" sz="2400" dirty="0" smtClean="0"/>
              <a:t>  1+a</a:t>
            </a:r>
            <a:r>
              <a:rPr lang="en-US" sz="2400" dirty="0"/>
              <a:t>					</a:t>
            </a:r>
            <a:r>
              <a:rPr lang="en-US" sz="2400" dirty="0" smtClean="0"/>
              <a:t>pre-increment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	</a:t>
            </a:r>
            <a:r>
              <a:rPr lang="en-US" sz="2400" dirty="0" smtClean="0"/>
              <a:t>a--</a:t>
            </a:r>
            <a:r>
              <a:rPr lang="en-US" sz="2400" dirty="0"/>
              <a:t>			        </a:t>
            </a:r>
            <a:r>
              <a:rPr lang="en-US" sz="2400" dirty="0" smtClean="0"/>
              <a:t>     a-1</a:t>
            </a:r>
            <a:r>
              <a:rPr lang="en-US" sz="2400" dirty="0"/>
              <a:t>				</a:t>
            </a:r>
            <a:r>
              <a:rPr lang="en-US" sz="2400" dirty="0" smtClean="0"/>
              <a:t>     post – decrement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	</a:t>
            </a:r>
            <a:r>
              <a:rPr lang="en-US" sz="2400" dirty="0" smtClean="0"/>
              <a:t>--a					  1-a					pre - decrement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089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9604-E614-35C0-8BE8-07AD7908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dirty="0" smtClean="0">
                <a:solidFill>
                  <a:schemeClr val="bg1"/>
                </a:solidFill>
                <a:effectLst/>
                <a:latin typeface="inter-regular"/>
              </a:rPr>
              <a:t>Logical </a:t>
            </a:r>
            <a:r>
              <a:rPr lang="en-IN" sz="3600" b="0" i="0" dirty="0">
                <a:solidFill>
                  <a:schemeClr val="bg1"/>
                </a:solidFill>
                <a:effectLst/>
                <a:latin typeface="inter-regular"/>
              </a:rPr>
              <a:t>Operator: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884AC-D773-ECA2-3BBB-16431ACA5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32163"/>
            <a:ext cx="9321193" cy="110912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4200" b="1" dirty="0">
                <a:solidFill>
                  <a:schemeClr val="accent1"/>
                </a:solidFill>
              </a:rPr>
              <a:t>Operators</a:t>
            </a:r>
            <a:r>
              <a:rPr lang="en-US" sz="3400" dirty="0">
                <a:solidFill>
                  <a:schemeClr val="accent1"/>
                </a:solidFill>
              </a:rPr>
              <a:t>	</a:t>
            </a:r>
            <a:r>
              <a:rPr lang="en-US" sz="2500" dirty="0">
                <a:solidFill>
                  <a:schemeClr val="accent1"/>
                </a:solidFill>
              </a:rPr>
              <a:t>	 </a:t>
            </a:r>
            <a:r>
              <a:rPr lang="en-US" sz="2500" dirty="0" smtClean="0">
                <a:solidFill>
                  <a:schemeClr val="accent1"/>
                </a:solidFill>
              </a:rPr>
              <a:t>   </a:t>
            </a:r>
            <a:r>
              <a:rPr lang="en-US" sz="4200" b="1" dirty="0">
                <a:solidFill>
                  <a:schemeClr val="accent1"/>
                </a:solidFill>
              </a:rPr>
              <a:t>Example</a:t>
            </a:r>
            <a:r>
              <a:rPr lang="en-US" sz="2500" dirty="0">
                <a:solidFill>
                  <a:schemeClr val="accent1"/>
                </a:solidFill>
              </a:rPr>
              <a:t>				</a:t>
            </a:r>
            <a:r>
              <a:rPr lang="en-US" sz="4200" b="1" dirty="0" smtClean="0">
                <a:solidFill>
                  <a:schemeClr val="accent1"/>
                </a:solidFill>
              </a:rPr>
              <a:t>Description</a:t>
            </a:r>
            <a:endParaRPr lang="en-US" sz="4200" b="1" dirty="0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1"/>
                </a:solidFill>
              </a:rPr>
              <a:t>	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A0DCC-DE39-06DB-974E-7A69C7B5227B}"/>
              </a:ext>
            </a:extLst>
          </p:cNvPr>
          <p:cNvSpPr txBox="1"/>
          <p:nvPr/>
        </p:nvSpPr>
        <p:spPr>
          <a:xfrm>
            <a:off x="1154954" y="2886725"/>
            <a:ext cx="100852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						</a:t>
            </a:r>
          </a:p>
          <a:p>
            <a:r>
              <a:rPr lang="en-US" sz="2000" dirty="0"/>
              <a:t> AND- &amp;&amp;			a&gt;b &amp;&amp; a++&gt;c		     If any one condition is False then False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 OR - ||			a&gt;b || a++&gt;c 	     If any one condition is True then True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0FD8E-5EF5-CCB9-25A2-3F36302A3765}"/>
              </a:ext>
            </a:extLst>
          </p:cNvPr>
          <p:cNvSpPr txBox="1"/>
          <p:nvPr/>
        </p:nvSpPr>
        <p:spPr>
          <a:xfrm>
            <a:off x="1138214" y="4271720"/>
            <a:ext cx="9354671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chemeClr val="accent1"/>
                </a:solidFill>
              </a:rPr>
              <a:t>Conditional Operator:</a:t>
            </a:r>
          </a:p>
          <a:p>
            <a:pPr lvl="3">
              <a:lnSpc>
                <a:spcPct val="150000"/>
              </a:lnSpc>
            </a:pPr>
            <a:r>
              <a:rPr lang="en-US" sz="2300" dirty="0" smtClean="0"/>
              <a:t>variable </a:t>
            </a:r>
            <a:r>
              <a:rPr lang="en-US" sz="2300" dirty="0"/>
              <a:t>= Expression ? expression1 : expression2;</a:t>
            </a:r>
          </a:p>
          <a:p>
            <a:pPr lvl="3">
              <a:lnSpc>
                <a:spcPct val="150000"/>
              </a:lnSpc>
            </a:pPr>
            <a:r>
              <a:rPr lang="en-US" sz="2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Min =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(a&lt;b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?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b ;</a:t>
            </a:r>
          </a:p>
          <a:p>
            <a:pPr lvl="3">
              <a:lnSpc>
                <a:spcPct val="150000"/>
              </a:lnSpc>
            </a:pPr>
            <a:r>
              <a:rPr lang="en-US" sz="2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answer = (a!=b) ? True : false ;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34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User Input: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426" y="2475342"/>
            <a:ext cx="9226719" cy="4257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To get user input we need to use one predefined class called </a:t>
            </a:r>
            <a:r>
              <a:rPr lang="en-US" sz="2400" b="1" dirty="0" smtClean="0"/>
              <a:t>Scanner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class is present in </a:t>
            </a:r>
            <a:r>
              <a:rPr lang="en-US" sz="2400" b="1" dirty="0" err="1" smtClean="0"/>
              <a:t>java.util</a:t>
            </a:r>
            <a:r>
              <a:rPr lang="en-US" sz="2400" dirty="0" smtClean="0"/>
              <a:t> package.</a:t>
            </a:r>
          </a:p>
          <a:p>
            <a:pPr marL="0" indent="0">
              <a:buNone/>
            </a:pPr>
            <a:r>
              <a:rPr lang="en-US" sz="2400" b="1" dirty="0" smtClean="0"/>
              <a:t>Example: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import </a:t>
            </a:r>
            <a:r>
              <a:rPr lang="en-US" sz="2400" dirty="0" err="1" smtClean="0"/>
              <a:t>java.util.</a:t>
            </a:r>
            <a:r>
              <a:rPr lang="en-US" sz="2400" b="1" dirty="0" err="1" smtClean="0"/>
              <a:t>Scanner</a:t>
            </a:r>
            <a:r>
              <a:rPr lang="en-US" sz="2400" dirty="0" smtClean="0"/>
              <a:t>;		</a:t>
            </a:r>
            <a:r>
              <a:rPr lang="en-US" sz="2400" dirty="0"/>
              <a:t> </a:t>
            </a:r>
            <a:r>
              <a:rPr lang="en-US" sz="2400" dirty="0" smtClean="0"/>
              <a:t>  </a:t>
            </a:r>
            <a:r>
              <a:rPr lang="en-US" sz="2400" b="1" dirty="0" smtClean="0"/>
              <a:t>pre-defined class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Scanner </a:t>
            </a:r>
            <a:r>
              <a:rPr lang="en-US" sz="2400" b="1" dirty="0" err="1" smtClean="0"/>
              <a:t>sc</a:t>
            </a:r>
            <a:r>
              <a:rPr lang="en-US" sz="2400" dirty="0" smtClean="0"/>
              <a:t> = new Scanner(System.in); 		</a:t>
            </a:r>
            <a:r>
              <a:rPr lang="en-US" sz="2400" b="1" dirty="0" smtClean="0"/>
              <a:t>Object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</a:t>
            </a:r>
            <a:r>
              <a:rPr lang="en-US" sz="2400" dirty="0" err="1" smtClean="0"/>
              <a:t>int</a:t>
            </a:r>
            <a:r>
              <a:rPr lang="en-US" sz="2400" dirty="0" smtClean="0"/>
              <a:t> a = </a:t>
            </a:r>
            <a:r>
              <a:rPr lang="en-US" sz="2400" dirty="0" err="1" smtClean="0"/>
              <a:t>sc.</a:t>
            </a:r>
            <a:r>
              <a:rPr lang="en-US" sz="2400" b="1" dirty="0" err="1" smtClean="0"/>
              <a:t>nextInt</a:t>
            </a:r>
            <a:r>
              <a:rPr lang="en-US" sz="2400" b="1" dirty="0" smtClean="0"/>
              <a:t>();</a:t>
            </a:r>
            <a:r>
              <a:rPr lang="en-US" sz="2400" dirty="0" smtClean="0"/>
              <a:t>			</a:t>
            </a:r>
            <a:r>
              <a:rPr lang="en-US" sz="2400" b="1" dirty="0" smtClean="0"/>
              <a:t>pre-defined function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	</a:t>
            </a:r>
            <a:r>
              <a:rPr lang="en-US" sz="2400" dirty="0" smtClean="0"/>
              <a:t>double d = </a:t>
            </a:r>
            <a:r>
              <a:rPr lang="en-US" sz="2400" dirty="0" err="1" smtClean="0"/>
              <a:t>sc.</a:t>
            </a:r>
            <a:r>
              <a:rPr lang="en-US" sz="2400" b="1" dirty="0" err="1" smtClean="0"/>
              <a:t>nextDouble</a:t>
            </a:r>
            <a:r>
              <a:rPr lang="en-US" sz="2400" b="1" dirty="0" smtClean="0"/>
              <a:t>();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98836" y="5495636"/>
            <a:ext cx="341745" cy="12007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8529782" y="5006107"/>
            <a:ext cx="327891" cy="1062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6428713" y="4551215"/>
            <a:ext cx="327891" cy="1062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4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AFA8-2230-2458-A3F9-460B01A7F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060" y="1099174"/>
            <a:ext cx="8761413" cy="706964"/>
          </a:xfrm>
        </p:spPr>
        <p:txBody>
          <a:bodyPr/>
          <a:lstStyle/>
          <a:p>
            <a:r>
              <a:rPr lang="en-US" b="1" dirty="0"/>
              <a:t>Decision Contructs: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A7A4B-FC53-41F5-A11C-637DBE40E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5789" y="2415649"/>
            <a:ext cx="9205258" cy="4127500"/>
          </a:xfrm>
        </p:spPr>
        <p:txBody>
          <a:bodyPr>
            <a:normAutofit/>
          </a:bodyPr>
          <a:lstStyle/>
          <a:p>
            <a:r>
              <a:rPr lang="en-US" sz="2800" dirty="0"/>
              <a:t>To change the flow of the program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800" dirty="0" smtClean="0"/>
              <a:t>Conditional </a:t>
            </a:r>
            <a:r>
              <a:rPr lang="en-US" sz="2800" b="1" dirty="0"/>
              <a:t>Branching</a:t>
            </a:r>
            <a:endParaRPr lang="en-US" sz="2800" b="1" dirty="0">
              <a:sym typeface="Wingdings" panose="05000000000000000000" pitchFamily="2" charset="2"/>
            </a:endParaRPr>
          </a:p>
          <a:p>
            <a:pPr lvl="4"/>
            <a:r>
              <a:rPr lang="en-US" sz="2800" dirty="0">
                <a:sym typeface="Wingdings" panose="05000000000000000000" pitchFamily="2" charset="2"/>
              </a:rPr>
              <a:t>  </a:t>
            </a:r>
            <a:r>
              <a:rPr lang="en-IN" sz="2800" dirty="0"/>
              <a:t>To check the condition right or wrong.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800" dirty="0"/>
              <a:t>Conditional </a:t>
            </a:r>
            <a:r>
              <a:rPr lang="en-US" sz="2800" b="1" dirty="0"/>
              <a:t>Looping</a:t>
            </a:r>
            <a:endParaRPr lang="en-US" sz="2800" b="1" dirty="0">
              <a:sym typeface="Wingdings" panose="05000000000000000000" pitchFamily="2" charset="2"/>
            </a:endParaRPr>
          </a:p>
          <a:p>
            <a:pPr lvl="4"/>
            <a:r>
              <a:rPr lang="en-US" sz="2400" dirty="0">
                <a:sym typeface="Wingdings" panose="05000000000000000000" pitchFamily="2" charset="2"/>
              </a:rPr>
              <a:t>  </a:t>
            </a:r>
            <a:r>
              <a:rPr lang="en-US" sz="2800" dirty="0">
                <a:sym typeface="Wingdings" panose="05000000000000000000" pitchFamily="2" charset="2"/>
              </a:rPr>
              <a:t>To repeat the process with conditions.</a:t>
            </a:r>
            <a:endParaRPr lang="en-US" sz="2800" dirty="0"/>
          </a:p>
          <a:p>
            <a:pPr marL="1257300" lvl="2" indent="-342900">
              <a:buFont typeface="+mj-lt"/>
              <a:buAutoNum type="arabicPeriod"/>
            </a:pPr>
            <a:r>
              <a:rPr lang="en-US" sz="2800" dirty="0"/>
              <a:t>Unconditional </a:t>
            </a:r>
            <a:r>
              <a:rPr lang="en-US" sz="2800" b="1" dirty="0"/>
              <a:t>Control Statement</a:t>
            </a:r>
          </a:p>
          <a:p>
            <a:pPr lvl="4"/>
            <a:r>
              <a:rPr lang="en-US" sz="2800" dirty="0"/>
              <a:t>  Jump statement.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6786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21209" y="1112213"/>
            <a:ext cx="8761413" cy="7069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Conditional Branching</a:t>
            </a:r>
            <a:r>
              <a:rPr lang="en-IN" b="1" dirty="0" smtClean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7DE9-9B30-BECD-2D83-EEF72ED0A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36" y="2529607"/>
            <a:ext cx="5597236" cy="39266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1"/>
                </a:solidFill>
              </a:rPr>
              <a:t>If – else Condition</a:t>
            </a:r>
            <a:r>
              <a:rPr lang="en-IN" sz="2800" b="1" dirty="0" smtClean="0">
                <a:solidFill>
                  <a:schemeClr val="accent1"/>
                </a:solidFill>
              </a:rPr>
              <a:t>:</a:t>
            </a:r>
            <a:endParaRPr lang="en-IN" sz="2800" b="1" u="sng" dirty="0" smtClean="0"/>
          </a:p>
          <a:p>
            <a:pPr marL="0" indent="0">
              <a:buNone/>
            </a:pPr>
            <a:r>
              <a:rPr lang="en-IN" sz="2400" b="1" u="sng" dirty="0" smtClean="0"/>
              <a:t>Syntax</a:t>
            </a:r>
            <a:r>
              <a:rPr lang="en-IN" sz="2400" b="1" u="sng" dirty="0"/>
              <a:t>:</a:t>
            </a:r>
          </a:p>
          <a:p>
            <a:pPr marL="914400" lvl="2" indent="0">
              <a:buNone/>
            </a:pPr>
            <a:r>
              <a:rPr lang="en-IN" sz="2000" b="1" dirty="0"/>
              <a:t>      </a:t>
            </a:r>
            <a:r>
              <a:rPr lang="en-IN" sz="2400" b="1" dirty="0"/>
              <a:t>If(Condition</a:t>
            </a:r>
            <a:r>
              <a:rPr lang="en-IN" sz="2400" b="1" dirty="0" smtClean="0"/>
              <a:t>)  </a:t>
            </a:r>
            <a:r>
              <a:rPr lang="en-IN" sz="2000" dirty="0"/>
              <a:t>{ </a:t>
            </a:r>
          </a:p>
          <a:p>
            <a:pPr marL="914400" lvl="2" indent="0">
              <a:buNone/>
            </a:pPr>
            <a:r>
              <a:rPr lang="en-IN" sz="2000" dirty="0"/>
              <a:t>	    //Statements;</a:t>
            </a:r>
          </a:p>
          <a:p>
            <a:pPr marL="914400" lvl="2" indent="0">
              <a:buNone/>
            </a:pPr>
            <a:r>
              <a:rPr lang="en-IN" sz="2000" dirty="0"/>
              <a:t>       }</a:t>
            </a:r>
          </a:p>
          <a:p>
            <a:pPr marL="914400" lvl="2" indent="0">
              <a:buNone/>
            </a:pPr>
            <a:r>
              <a:rPr lang="en-IN" sz="2400" b="1" dirty="0"/>
              <a:t>      </a:t>
            </a:r>
            <a:r>
              <a:rPr lang="en-IN" sz="2400" b="1" dirty="0" smtClean="0"/>
              <a:t>else </a:t>
            </a:r>
            <a:r>
              <a:rPr lang="en-IN" sz="2000" dirty="0"/>
              <a:t>{</a:t>
            </a:r>
          </a:p>
          <a:p>
            <a:pPr marL="914400" lvl="2" indent="0">
              <a:buNone/>
            </a:pPr>
            <a:r>
              <a:rPr lang="en-IN" sz="2000" dirty="0"/>
              <a:t>	    //Statements;</a:t>
            </a:r>
          </a:p>
          <a:p>
            <a:pPr marL="914400" lvl="2" indent="0">
              <a:buNone/>
            </a:pPr>
            <a:r>
              <a:rPr lang="en-IN" sz="2000" dirty="0"/>
              <a:t>        }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A774C-15EF-14C2-E7C6-3FF39D007E1E}"/>
              </a:ext>
            </a:extLst>
          </p:cNvPr>
          <p:cNvSpPr txBox="1"/>
          <p:nvPr/>
        </p:nvSpPr>
        <p:spPr>
          <a:xfrm>
            <a:off x="1949336" y="2529607"/>
            <a:ext cx="472855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If Condition</a:t>
            </a:r>
            <a:r>
              <a:rPr lang="en-IN" sz="2800" b="1" dirty="0" smtClean="0">
                <a:solidFill>
                  <a:schemeClr val="accent1"/>
                </a:solidFill>
              </a:rPr>
              <a:t>:</a:t>
            </a:r>
          </a:p>
          <a:p>
            <a:endParaRPr lang="en-IN" sz="3200" b="1" dirty="0">
              <a:solidFill>
                <a:schemeClr val="accent1"/>
              </a:solidFill>
            </a:endParaRPr>
          </a:p>
          <a:p>
            <a:r>
              <a:rPr lang="en-IN" sz="2400" b="1" u="sng" dirty="0">
                <a:solidFill>
                  <a:schemeClr val="bg2">
                    <a:lumMod val="25000"/>
                  </a:schemeClr>
                </a:solidFill>
              </a:rPr>
              <a:t>Syntax:</a:t>
            </a:r>
          </a:p>
          <a:p>
            <a:r>
              <a:rPr lang="en-IN" sz="2400" b="1" dirty="0"/>
              <a:t>		</a:t>
            </a:r>
          </a:p>
          <a:p>
            <a:r>
              <a:rPr lang="en-IN" sz="2400" b="1" dirty="0"/>
              <a:t>		</a:t>
            </a:r>
            <a:r>
              <a:rPr lang="en-IN" sz="2400" b="1" dirty="0">
                <a:solidFill>
                  <a:schemeClr val="bg2">
                    <a:lumMod val="25000"/>
                  </a:schemeClr>
                </a:solidFill>
              </a:rPr>
              <a:t>if(Condition)</a:t>
            </a:r>
          </a:p>
          <a:p>
            <a:r>
              <a:rPr lang="en-I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</a:t>
            </a: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{</a:t>
            </a:r>
          </a:p>
          <a:p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//statement;</a:t>
            </a:r>
          </a:p>
          <a:p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88320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E679A5-1F67-EE83-6376-EBA30C63A226}"/>
              </a:ext>
            </a:extLst>
          </p:cNvPr>
          <p:cNvSpPr txBox="1"/>
          <p:nvPr/>
        </p:nvSpPr>
        <p:spPr>
          <a:xfrm>
            <a:off x="1193801" y="627002"/>
            <a:ext cx="432995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Else-if Ladder:</a:t>
            </a:r>
          </a:p>
          <a:p>
            <a:endParaRPr lang="en-IN" dirty="0"/>
          </a:p>
          <a:p>
            <a:r>
              <a:rPr lang="en-IN" sz="2400" b="1" u="sng" dirty="0"/>
              <a:t>Syntax: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	</a:t>
            </a:r>
            <a:r>
              <a:rPr lang="en-IN" sz="2400" b="1" dirty="0" smtClean="0"/>
              <a:t>if(condition1)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//</a:t>
            </a:r>
            <a:r>
              <a:rPr lang="en-IN" sz="2400" dirty="0" smtClean="0"/>
              <a:t>Statement1;</a:t>
            </a:r>
            <a:endParaRPr lang="en-IN" sz="2400" dirty="0"/>
          </a:p>
          <a:p>
            <a:r>
              <a:rPr lang="en-IN" sz="2400" dirty="0"/>
              <a:t>		}</a:t>
            </a:r>
          </a:p>
          <a:p>
            <a:r>
              <a:rPr lang="en-IN" sz="2400" dirty="0"/>
              <a:t>		</a:t>
            </a:r>
            <a:r>
              <a:rPr lang="en-IN" sz="2400" b="1" dirty="0"/>
              <a:t>else </a:t>
            </a:r>
            <a:r>
              <a:rPr lang="en-IN" sz="2400" b="1" dirty="0" smtClean="0"/>
              <a:t>if(condition2)</a:t>
            </a:r>
            <a:r>
              <a:rPr lang="en-IN" sz="2400" dirty="0" smtClean="0"/>
              <a:t>  {</a:t>
            </a:r>
            <a:endParaRPr lang="en-IN" sz="2400" dirty="0"/>
          </a:p>
          <a:p>
            <a:r>
              <a:rPr lang="en-IN" sz="2400" dirty="0"/>
              <a:t>			//</a:t>
            </a:r>
            <a:r>
              <a:rPr lang="en-IN" sz="2400" dirty="0" smtClean="0"/>
              <a:t>statemen2;</a:t>
            </a:r>
            <a:endParaRPr lang="en-IN" sz="2400" dirty="0"/>
          </a:p>
          <a:p>
            <a:r>
              <a:rPr lang="en-IN" sz="2400" dirty="0"/>
              <a:t>		</a:t>
            </a:r>
            <a:r>
              <a:rPr lang="en-IN" sz="2400" dirty="0" smtClean="0"/>
              <a:t>}</a:t>
            </a:r>
          </a:p>
          <a:p>
            <a:r>
              <a:rPr lang="en-IN" sz="2400" b="1" dirty="0" smtClean="0"/>
              <a:t>		else if(condition3)</a:t>
            </a:r>
            <a:r>
              <a:rPr lang="en-IN" sz="2400" dirty="0" smtClean="0"/>
              <a:t>  </a:t>
            </a:r>
            <a:r>
              <a:rPr lang="en-IN" sz="2400" dirty="0"/>
              <a:t>{</a:t>
            </a:r>
          </a:p>
          <a:p>
            <a:r>
              <a:rPr lang="en-IN" sz="2400" dirty="0"/>
              <a:t>			//</a:t>
            </a:r>
            <a:r>
              <a:rPr lang="en-IN" sz="2400" dirty="0" smtClean="0"/>
              <a:t>statemen3;</a:t>
            </a:r>
            <a:endParaRPr lang="en-IN" sz="2400" dirty="0"/>
          </a:p>
          <a:p>
            <a:r>
              <a:rPr lang="en-IN" sz="2400" dirty="0"/>
              <a:t>		</a:t>
            </a:r>
            <a:r>
              <a:rPr lang="en-IN" sz="2400" dirty="0" smtClean="0"/>
              <a:t>}</a:t>
            </a:r>
            <a:endParaRPr lang="en-IN" sz="2400" dirty="0"/>
          </a:p>
          <a:p>
            <a:r>
              <a:rPr lang="en-IN" sz="2400" dirty="0"/>
              <a:t>		</a:t>
            </a:r>
            <a:r>
              <a:rPr lang="en-IN" sz="2400" b="1" dirty="0" smtClean="0"/>
              <a:t>else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//</a:t>
            </a:r>
            <a:r>
              <a:rPr lang="en-IN" sz="2400" dirty="0" smtClean="0"/>
              <a:t>statement4;</a:t>
            </a:r>
            <a:endParaRPr lang="en-IN" sz="2400" dirty="0"/>
          </a:p>
          <a:p>
            <a:r>
              <a:rPr lang="en-IN" sz="2400" dirty="0"/>
              <a:t>		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06752-9804-4FA5-DCE4-66983A193D47}"/>
              </a:ext>
            </a:extLst>
          </p:cNvPr>
          <p:cNvSpPr txBox="1"/>
          <p:nvPr/>
        </p:nvSpPr>
        <p:spPr>
          <a:xfrm>
            <a:off x="6280320" y="719366"/>
            <a:ext cx="463475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Nested if:</a:t>
            </a:r>
          </a:p>
          <a:p>
            <a:endParaRPr lang="en-IN" dirty="0"/>
          </a:p>
          <a:p>
            <a:r>
              <a:rPr lang="en-IN" sz="2400" b="1" u="sng" dirty="0"/>
              <a:t>Syntax:</a:t>
            </a:r>
          </a:p>
          <a:p>
            <a:endParaRPr lang="en-IN" dirty="0"/>
          </a:p>
          <a:p>
            <a:r>
              <a:rPr lang="en-IN" dirty="0"/>
              <a:t>		</a:t>
            </a:r>
            <a:r>
              <a:rPr lang="en-IN" sz="2400" b="1" dirty="0"/>
              <a:t>if(condition1</a:t>
            </a:r>
            <a:r>
              <a:rPr lang="en-IN" sz="2400" b="1" dirty="0" smtClean="0"/>
              <a:t>)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</a:t>
            </a:r>
            <a:r>
              <a:rPr lang="en-IN" sz="2400" b="1" dirty="0"/>
              <a:t>if(condition2</a:t>
            </a:r>
            <a:r>
              <a:rPr lang="en-IN" sz="2400" b="1" dirty="0" smtClean="0"/>
              <a:t>)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	//statement;</a:t>
            </a:r>
          </a:p>
          <a:p>
            <a:r>
              <a:rPr lang="en-IN" sz="2400" dirty="0"/>
              <a:t>			}</a:t>
            </a:r>
          </a:p>
          <a:p>
            <a:r>
              <a:rPr lang="en-IN" sz="2400" dirty="0"/>
              <a:t>			</a:t>
            </a:r>
            <a:r>
              <a:rPr lang="en-IN" sz="2400" b="1" dirty="0" smtClean="0"/>
              <a:t>else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	//Statement;</a:t>
            </a:r>
          </a:p>
          <a:p>
            <a:r>
              <a:rPr lang="en-IN" sz="2400" dirty="0"/>
              <a:t>			}</a:t>
            </a:r>
          </a:p>
          <a:p>
            <a:r>
              <a:rPr lang="en-IN" sz="2400" dirty="0"/>
              <a:t>		}</a:t>
            </a:r>
          </a:p>
          <a:p>
            <a:r>
              <a:rPr lang="en-IN" sz="2400" dirty="0"/>
              <a:t>		</a:t>
            </a:r>
            <a:r>
              <a:rPr lang="en-IN" sz="2400" b="1" dirty="0" smtClean="0"/>
              <a:t>else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//statement; </a:t>
            </a:r>
          </a:p>
          <a:p>
            <a:r>
              <a:rPr lang="en-IN" sz="2400" dirty="0"/>
              <a:t>		</a:t>
            </a:r>
            <a:r>
              <a:rPr lang="en-IN" sz="2400" dirty="0" smtClean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7552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2BCC5-4D46-EE2F-9297-F93769E0BDBE}"/>
              </a:ext>
            </a:extLst>
          </p:cNvPr>
          <p:cNvSpPr txBox="1"/>
          <p:nvPr/>
        </p:nvSpPr>
        <p:spPr>
          <a:xfrm>
            <a:off x="1332753" y="551795"/>
            <a:ext cx="8875058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Switch:</a:t>
            </a:r>
          </a:p>
          <a:p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	</a:t>
            </a:r>
            <a:r>
              <a:rPr lang="en-IN" sz="2400" dirty="0"/>
              <a:t>To </a:t>
            </a:r>
            <a:r>
              <a:rPr lang="en-IN" sz="2400" b="1" dirty="0"/>
              <a:t>Choose an </a:t>
            </a:r>
            <a:r>
              <a:rPr lang="en-IN" sz="2400" b="1" dirty="0" smtClean="0"/>
              <a:t>particular option</a:t>
            </a:r>
            <a:r>
              <a:rPr lang="en-IN" sz="2400" dirty="0" smtClean="0"/>
              <a:t> from a list of items or options which is considered as case.</a:t>
            </a:r>
            <a:endParaRPr lang="en-IN" sz="2400" b="1" dirty="0"/>
          </a:p>
          <a:p>
            <a:pPr lvl="1"/>
            <a:endParaRPr lang="en-IN" sz="2400" b="1" dirty="0"/>
          </a:p>
          <a:p>
            <a:pPr lvl="1"/>
            <a:r>
              <a:rPr lang="en-IN" sz="2400" b="1" u="sng" dirty="0"/>
              <a:t>Syntax:</a:t>
            </a:r>
          </a:p>
          <a:p>
            <a:r>
              <a:rPr lang="en-IN" dirty="0"/>
              <a:t>				</a:t>
            </a:r>
            <a:r>
              <a:rPr lang="en-IN" sz="2400" b="1" dirty="0"/>
              <a:t>switch(option</a:t>
            </a:r>
            <a:r>
              <a:rPr lang="en-IN" sz="2400" b="1" dirty="0" smtClean="0"/>
              <a:t>) </a:t>
            </a:r>
          </a:p>
          <a:p>
            <a:r>
              <a:rPr lang="en-IN" sz="2400" b="1" dirty="0"/>
              <a:t>	</a:t>
            </a:r>
            <a:r>
              <a:rPr lang="en-IN" sz="2400" b="1" dirty="0" smtClean="0"/>
              <a:t>			</a:t>
            </a:r>
            <a:r>
              <a:rPr lang="en-IN" sz="2400" dirty="0" smtClean="0"/>
              <a:t>{</a:t>
            </a:r>
            <a:endParaRPr lang="en-IN" sz="2400" dirty="0"/>
          </a:p>
          <a:p>
            <a:pPr lvl="1"/>
            <a:r>
              <a:rPr lang="en-IN" sz="2400" dirty="0"/>
              <a:t>					</a:t>
            </a:r>
            <a:r>
              <a:rPr lang="en-IN" sz="2400" b="1" dirty="0"/>
              <a:t>case 1:</a:t>
            </a:r>
          </a:p>
          <a:p>
            <a:pPr lvl="1"/>
            <a:r>
              <a:rPr lang="en-IN" sz="2400" dirty="0"/>
              <a:t>							//statement;</a:t>
            </a:r>
          </a:p>
          <a:p>
            <a:pPr lvl="1"/>
            <a:r>
              <a:rPr lang="en-IN" sz="2400" dirty="0"/>
              <a:t>							break;</a:t>
            </a:r>
          </a:p>
          <a:p>
            <a:pPr lvl="1"/>
            <a:r>
              <a:rPr lang="en-IN" sz="2400" dirty="0"/>
              <a:t>					</a:t>
            </a:r>
            <a:r>
              <a:rPr lang="en-IN" sz="2400" b="1" dirty="0"/>
              <a:t>case 2:</a:t>
            </a:r>
          </a:p>
          <a:p>
            <a:pPr lvl="1"/>
            <a:r>
              <a:rPr lang="en-IN" sz="2400" dirty="0"/>
              <a:t>							//statement;</a:t>
            </a:r>
          </a:p>
          <a:p>
            <a:pPr lvl="1"/>
            <a:r>
              <a:rPr lang="en-IN" sz="2400" dirty="0"/>
              <a:t>					</a:t>
            </a:r>
            <a:r>
              <a:rPr lang="en-IN" sz="2400" b="1" dirty="0"/>
              <a:t>default:</a:t>
            </a:r>
          </a:p>
          <a:p>
            <a:pPr lvl="1"/>
            <a:r>
              <a:rPr lang="en-IN" sz="2400" dirty="0"/>
              <a:t>							//statement;</a:t>
            </a:r>
          </a:p>
          <a:p>
            <a:r>
              <a:rPr lang="en-IN" sz="2400" dirty="0"/>
              <a:t>				</a:t>
            </a:r>
            <a:r>
              <a:rPr lang="en-IN" sz="2400" dirty="0" smtClean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2659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34ECD4-3067-F56B-9498-8E0923BE557C}"/>
              </a:ext>
            </a:extLst>
          </p:cNvPr>
          <p:cNvSpPr txBox="1"/>
          <p:nvPr/>
        </p:nvSpPr>
        <p:spPr>
          <a:xfrm>
            <a:off x="1314551" y="2455719"/>
            <a:ext cx="964901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1</a:t>
            </a:r>
            <a:r>
              <a:rPr lang="en-IN" sz="2800" b="1" dirty="0"/>
              <a:t>.	</a:t>
            </a:r>
            <a:r>
              <a:rPr lang="en-IN" sz="2800" b="1" dirty="0" smtClean="0"/>
              <a:t>  for(initializer</a:t>
            </a:r>
            <a:r>
              <a:rPr lang="en-IN" sz="2800" b="1" dirty="0"/>
              <a:t>; condition; increment/decrement)</a:t>
            </a:r>
          </a:p>
          <a:p>
            <a:r>
              <a:rPr lang="en-IN" sz="2800" dirty="0"/>
              <a:t>	</a:t>
            </a:r>
            <a:r>
              <a:rPr lang="en-IN" sz="2800" dirty="0" smtClean="0"/>
              <a:t>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</a:t>
            </a:r>
            <a:r>
              <a:rPr lang="en-IN" sz="2400" dirty="0" smtClean="0"/>
              <a:t>      </a:t>
            </a:r>
            <a:r>
              <a:rPr lang="en-IN" sz="2400" dirty="0"/>
              <a:t>	</a:t>
            </a:r>
            <a:r>
              <a:rPr lang="en-IN" sz="2400" dirty="0" smtClean="0"/>
              <a:t>//</a:t>
            </a:r>
            <a:r>
              <a:rPr lang="en-IN" sz="2400" dirty="0"/>
              <a:t>statement;</a:t>
            </a:r>
          </a:p>
          <a:p>
            <a:r>
              <a:rPr lang="en-IN" sz="2400" dirty="0"/>
              <a:t>	</a:t>
            </a:r>
            <a:r>
              <a:rPr lang="en-IN" sz="2400" dirty="0" smtClean="0"/>
              <a:t>  }</a:t>
            </a:r>
            <a:endParaRPr lang="en-IN" sz="2400" dirty="0"/>
          </a:p>
          <a:p>
            <a:endParaRPr lang="en-IN" sz="2800" dirty="0"/>
          </a:p>
          <a:p>
            <a:r>
              <a:rPr lang="en-IN" sz="2800" b="1" dirty="0" smtClean="0"/>
              <a:t>2</a:t>
            </a:r>
            <a:r>
              <a:rPr lang="en-IN" sz="2800" b="1" dirty="0"/>
              <a:t>.	</a:t>
            </a:r>
            <a:r>
              <a:rPr lang="en-IN" sz="2800" b="1" dirty="0" smtClean="0"/>
              <a:t>  while(condition</a:t>
            </a:r>
            <a:r>
              <a:rPr lang="en-IN" sz="2800" b="1" dirty="0"/>
              <a:t>)</a:t>
            </a:r>
          </a:p>
          <a:p>
            <a:r>
              <a:rPr lang="en-IN" sz="2800" dirty="0"/>
              <a:t>	 </a:t>
            </a:r>
            <a:r>
              <a:rPr lang="en-IN" sz="2800" dirty="0" smtClean="0"/>
              <a:t> 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//statement;</a:t>
            </a:r>
          </a:p>
          <a:p>
            <a:r>
              <a:rPr lang="en-IN" sz="2400" dirty="0"/>
              <a:t>			increment;</a:t>
            </a:r>
          </a:p>
          <a:p>
            <a:r>
              <a:rPr lang="en-IN" sz="2400" dirty="0"/>
              <a:t>	 </a:t>
            </a:r>
            <a:r>
              <a:rPr lang="en-IN" sz="2400" dirty="0" smtClean="0"/>
              <a:t>   }</a:t>
            </a:r>
            <a:endParaRPr lang="en-IN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6548582" y="3929825"/>
            <a:ext cx="495992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3. 	</a:t>
            </a:r>
            <a:r>
              <a:rPr lang="en-IN" sz="2800" b="1" dirty="0" smtClean="0"/>
              <a:t>    do</a:t>
            </a:r>
            <a:endParaRPr lang="en-IN" sz="2800" b="1" dirty="0"/>
          </a:p>
          <a:p>
            <a:r>
              <a:rPr lang="en-IN" sz="2800" b="1" dirty="0"/>
              <a:t>		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	  //statement;</a:t>
            </a:r>
          </a:p>
          <a:p>
            <a:r>
              <a:rPr lang="en-IN" sz="2400" dirty="0"/>
              <a:t>		  	increment;</a:t>
            </a:r>
          </a:p>
          <a:p>
            <a:r>
              <a:rPr lang="en-IN" sz="2400" dirty="0"/>
              <a:t>	     </a:t>
            </a:r>
            <a:r>
              <a:rPr lang="en-IN" sz="2400" dirty="0" smtClean="0"/>
              <a:t>} </a:t>
            </a:r>
          </a:p>
          <a:p>
            <a:r>
              <a:rPr lang="en-IN" sz="2400" b="1" dirty="0"/>
              <a:t>	</a:t>
            </a:r>
            <a:r>
              <a:rPr lang="en-IN" sz="2400" b="1" dirty="0" smtClean="0"/>
              <a:t>	</a:t>
            </a:r>
            <a:r>
              <a:rPr lang="en-IN" sz="2800" b="1" dirty="0" smtClean="0"/>
              <a:t>while(condition</a:t>
            </a:r>
            <a:r>
              <a:rPr lang="en-IN" sz="2800" b="1" dirty="0"/>
              <a:t>);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Conditional Looping:</a:t>
            </a:r>
          </a:p>
        </p:txBody>
      </p:sp>
    </p:spTree>
    <p:extLst>
      <p:ext uri="{BB962C8B-B14F-4D97-AF65-F5344CB8AC3E}">
        <p14:creationId xmlns:p14="http://schemas.microsoft.com/office/powerpoint/2010/main" val="4624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28845" y="1075268"/>
            <a:ext cx="8761413" cy="7069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Unconditional Statement</a:t>
            </a:r>
            <a:r>
              <a:rPr lang="en-IN" b="1" dirty="0" smtClean="0">
                <a:solidFill>
                  <a:schemeClr val="bg1"/>
                </a:solidFill>
              </a:rPr>
              <a:t>: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690663" y="2612737"/>
            <a:ext cx="8825659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b="1" dirty="0" smtClean="0">
                <a:solidFill>
                  <a:schemeClr val="accent1"/>
                </a:solidFill>
              </a:rPr>
              <a:t>Break</a:t>
            </a:r>
            <a:r>
              <a:rPr lang="en-IN" sz="3200" b="1" dirty="0">
                <a:solidFill>
                  <a:schemeClr val="accent1"/>
                </a:solidFill>
              </a:rPr>
              <a:t>:</a:t>
            </a:r>
            <a:r>
              <a:rPr lang="en-IN" sz="2400" b="1" dirty="0"/>
              <a:t>		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	</a:t>
            </a:r>
            <a:r>
              <a:rPr lang="en-IN" sz="2400" dirty="0"/>
              <a:t>Used to terminate the flow.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400" dirty="0"/>
              <a:t>  Keyword:  </a:t>
            </a:r>
            <a:r>
              <a:rPr lang="en-IN" sz="2400" b="1" dirty="0"/>
              <a:t>break;</a:t>
            </a:r>
            <a:endParaRPr lang="en-IN" sz="2000" dirty="0"/>
          </a:p>
          <a:p>
            <a:pPr marL="0" indent="0">
              <a:buNone/>
            </a:pPr>
            <a:r>
              <a:rPr lang="en-IN" sz="2000" dirty="0" smtClean="0"/>
              <a:t> </a:t>
            </a:r>
            <a:r>
              <a:rPr lang="en-IN" sz="3200" b="1" dirty="0">
                <a:solidFill>
                  <a:schemeClr val="accent1"/>
                </a:solidFill>
              </a:rPr>
              <a:t>Continue: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400" dirty="0"/>
              <a:t>used to continue after skipping the condition.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400" dirty="0"/>
              <a:t>Keyword:  </a:t>
            </a:r>
            <a:r>
              <a:rPr lang="en-IN" sz="2400" b="1" dirty="0"/>
              <a:t>continue;</a:t>
            </a:r>
          </a:p>
        </p:txBody>
      </p:sp>
    </p:spTree>
    <p:extLst>
      <p:ext uri="{BB962C8B-B14F-4D97-AF65-F5344CB8AC3E}">
        <p14:creationId xmlns:p14="http://schemas.microsoft.com/office/powerpoint/2010/main" val="412849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05FF-940E-30D0-9DFF-0C06D1D1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56795"/>
            <a:ext cx="8761413" cy="706964"/>
          </a:xfrm>
        </p:spPr>
        <p:txBody>
          <a:bodyPr/>
          <a:lstStyle/>
          <a:p>
            <a:r>
              <a:rPr lang="en-IN" b="1" dirty="0" smtClean="0"/>
              <a:t>Method(Function):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0C94-27D4-F833-7025-51FF1159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327" y="2400301"/>
            <a:ext cx="9058019" cy="4212936"/>
          </a:xfrm>
        </p:spPr>
        <p:txBody>
          <a:bodyPr>
            <a:noAutofit/>
          </a:bodyPr>
          <a:lstStyle/>
          <a:p>
            <a:r>
              <a:rPr lang="en-IN" sz="2400" dirty="0" smtClean="0"/>
              <a:t>Small programs that will do </a:t>
            </a:r>
            <a:r>
              <a:rPr lang="en-IN" sz="2400" dirty="0"/>
              <a:t>particular task whenever we </a:t>
            </a:r>
            <a:r>
              <a:rPr lang="en-IN" sz="2400" dirty="0" smtClean="0"/>
              <a:t>call using function call.</a:t>
            </a:r>
            <a:endParaRPr lang="en-IN" sz="2400" dirty="0"/>
          </a:p>
          <a:p>
            <a:r>
              <a:rPr lang="en-IN" sz="2400" dirty="0" smtClean="0"/>
              <a:t>We can pass the value as a argument and get the value as parameter.</a:t>
            </a:r>
            <a:endParaRPr lang="en-IN" sz="2400" dirty="0"/>
          </a:p>
          <a:p>
            <a:pPr marL="0" indent="0">
              <a:buNone/>
            </a:pPr>
            <a:r>
              <a:rPr lang="en-IN" sz="2800" b="1" dirty="0" smtClean="0"/>
              <a:t>	Syntax</a:t>
            </a:r>
            <a:r>
              <a:rPr lang="en-IN" sz="2800" b="1" dirty="0"/>
              <a:t>:</a:t>
            </a:r>
          </a:p>
          <a:p>
            <a:pPr marL="1371600" lvl="3" indent="0">
              <a:buNone/>
            </a:pPr>
            <a:r>
              <a:rPr lang="en-IN" sz="2400" b="1" dirty="0"/>
              <a:t>Returntype funName(Arguments)</a:t>
            </a:r>
          </a:p>
          <a:p>
            <a:pPr marL="1371600" lvl="3" indent="0">
              <a:buNone/>
            </a:pPr>
            <a:r>
              <a:rPr lang="en-IN" sz="2400" b="1" dirty="0"/>
              <a:t>  {</a:t>
            </a:r>
          </a:p>
          <a:p>
            <a:pPr marL="1371600" lvl="3" indent="0">
              <a:buNone/>
            </a:pPr>
            <a:r>
              <a:rPr lang="en-IN" sz="2400" b="1" dirty="0"/>
              <a:t>	//Statements;</a:t>
            </a:r>
          </a:p>
          <a:p>
            <a:pPr marL="1371600" lvl="3" indent="0">
              <a:buNone/>
            </a:pPr>
            <a:r>
              <a:rPr lang="en-IN" sz="2400" b="1" dirty="0"/>
              <a:t>  </a:t>
            </a:r>
            <a:r>
              <a:rPr lang="en-IN" sz="2400" b="1" dirty="0" smtClean="0"/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8995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638F-4CB6-52E4-C1C5-8E74D2FA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01377"/>
            <a:ext cx="8761413" cy="706964"/>
          </a:xfrm>
        </p:spPr>
        <p:txBody>
          <a:bodyPr/>
          <a:lstStyle/>
          <a:p>
            <a:r>
              <a:rPr lang="en-IN" b="1" dirty="0"/>
              <a:t>Types of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DFF6-D850-1115-622A-A9F27B2EE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644" y="2683232"/>
            <a:ext cx="8825659" cy="34163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With arguments With Return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Without arguments With Return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With arguments Without Return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800" dirty="0"/>
              <a:t>Without arguments Without </a:t>
            </a:r>
            <a:r>
              <a:rPr lang="en-IN" sz="2800" dirty="0" smtClean="0"/>
              <a:t>Return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1507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D8C1-6876-3F14-A32F-EDF58D1B8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2590" y="2178422"/>
            <a:ext cx="8825658" cy="1576981"/>
          </a:xfrm>
        </p:spPr>
        <p:txBody>
          <a:bodyPr/>
          <a:lstStyle/>
          <a:p>
            <a:r>
              <a:rPr lang="en-US" dirty="0"/>
              <a:t>ARRAY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19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966E-E792-EB18-47A0-0A152C6C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Array: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8565-04A6-D392-5CF9-1412435AB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661" y="2510138"/>
            <a:ext cx="8947048" cy="3964553"/>
          </a:xfrm>
        </p:spPr>
        <p:txBody>
          <a:bodyPr>
            <a:noAutofit/>
          </a:bodyPr>
          <a:lstStyle/>
          <a:p>
            <a:r>
              <a:rPr lang="en-IN" sz="2800" dirty="0"/>
              <a:t>Collection of Values in a </a:t>
            </a:r>
            <a:r>
              <a:rPr lang="en-IN" sz="2800" b="1" dirty="0"/>
              <a:t>single type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Stored in index position and can access with the help of index positions.</a:t>
            </a:r>
            <a:endParaRPr lang="en-IN" sz="2800" dirty="0"/>
          </a:p>
          <a:p>
            <a:pPr marL="0" indent="0">
              <a:buNone/>
            </a:pPr>
            <a:r>
              <a:rPr lang="en-IN" sz="2800" b="1" dirty="0" smtClean="0"/>
              <a:t>	Syntax</a:t>
            </a:r>
            <a:r>
              <a:rPr lang="en-IN" sz="2800" b="1" dirty="0"/>
              <a:t>:</a:t>
            </a:r>
          </a:p>
          <a:p>
            <a:pPr lvl="4"/>
            <a:r>
              <a:rPr lang="en-IN" sz="2800" dirty="0" smtClean="0"/>
              <a:t>  </a:t>
            </a:r>
            <a:r>
              <a:rPr lang="en-IN" sz="2800" dirty="0" err="1" smtClean="0"/>
              <a:t>Int</a:t>
            </a:r>
            <a:r>
              <a:rPr lang="en-IN" sz="2800" dirty="0"/>
              <a:t>[] a={10, 20, 30</a:t>
            </a:r>
            <a:r>
              <a:rPr lang="en-IN" sz="2800" dirty="0" smtClean="0"/>
              <a:t>}; </a:t>
            </a:r>
            <a:endParaRPr lang="en-IN" sz="2800" dirty="0"/>
          </a:p>
          <a:p>
            <a:pPr lvl="4"/>
            <a:r>
              <a:rPr lang="en-IN" sz="2800" b="1" dirty="0" smtClean="0"/>
              <a:t>  </a:t>
            </a:r>
            <a:r>
              <a:rPr lang="en-IN" sz="2800" b="1" dirty="0" err="1" smtClean="0"/>
              <a:t>Int</a:t>
            </a:r>
            <a:r>
              <a:rPr lang="en-IN" sz="2800" b="1" dirty="0" smtClean="0"/>
              <a:t> </a:t>
            </a:r>
            <a:r>
              <a:rPr lang="en-IN" sz="2800" b="1" dirty="0"/>
              <a:t>a[]= new </a:t>
            </a:r>
            <a:r>
              <a:rPr lang="en-IN" sz="2800" b="1" dirty="0" err="1"/>
              <a:t>int</a:t>
            </a:r>
            <a:r>
              <a:rPr lang="en-IN" sz="2800" b="1" dirty="0"/>
              <a:t>[size</a:t>
            </a:r>
            <a:r>
              <a:rPr lang="en-IN" sz="2800" b="1" dirty="0" smtClean="0"/>
              <a:t>];</a:t>
            </a:r>
          </a:p>
          <a:p>
            <a:pPr lvl="4"/>
            <a:r>
              <a:rPr lang="en-IN" sz="2800" dirty="0" smtClean="0"/>
              <a:t>  </a:t>
            </a:r>
            <a:r>
              <a:rPr lang="en-IN" sz="2800" dirty="0" err="1" smtClean="0"/>
              <a:t>Int</a:t>
            </a:r>
            <a:r>
              <a:rPr lang="en-IN" sz="2800" dirty="0" smtClean="0"/>
              <a:t> [] a;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125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EB7F-8368-D8B5-91B7-AAE57CE6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Array: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DF9D-94C7-6B4F-950B-B693E8E9D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209" y="2531376"/>
            <a:ext cx="9399901" cy="3804770"/>
          </a:xfrm>
        </p:spPr>
        <p:txBody>
          <a:bodyPr>
            <a:normAutofit/>
          </a:bodyPr>
          <a:lstStyle/>
          <a:p>
            <a:r>
              <a:rPr lang="en-US" sz="2800" dirty="0"/>
              <a:t>Single Dimensional	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 err="1">
                <a:sym typeface="Wingdings" panose="05000000000000000000" pitchFamily="2" charset="2"/>
              </a:rPr>
              <a:t>int</a:t>
            </a:r>
            <a:r>
              <a:rPr lang="en-US" sz="2800" dirty="0" smtClean="0">
                <a:sym typeface="Wingdings" panose="05000000000000000000" pitchFamily="2" charset="2"/>
              </a:rPr>
              <a:t>[] a= {1,2,3 };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				</a:t>
            </a:r>
            <a:r>
              <a:rPr lang="en-US" sz="2800" b="1" dirty="0" err="1" smtClean="0"/>
              <a:t>int</a:t>
            </a:r>
            <a:r>
              <a:rPr lang="en-US" sz="2800" b="1" dirty="0" smtClean="0"/>
              <a:t>[] a = new </a:t>
            </a:r>
            <a:r>
              <a:rPr lang="en-US" sz="2800" b="1" dirty="0" err="1" smtClean="0"/>
              <a:t>int</a:t>
            </a:r>
            <a:r>
              <a:rPr lang="en-US" sz="2800" b="1" dirty="0" smtClean="0"/>
              <a:t>[5];</a:t>
            </a:r>
          </a:p>
          <a:p>
            <a:r>
              <a:rPr lang="en-US" sz="2800" dirty="0" smtClean="0"/>
              <a:t>Two </a:t>
            </a:r>
            <a:r>
              <a:rPr lang="en-US" sz="2800" dirty="0"/>
              <a:t>Dimensional	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 err="1">
                <a:sym typeface="Wingdings" panose="05000000000000000000" pitchFamily="2" charset="2"/>
              </a:rPr>
              <a:t>int</a:t>
            </a:r>
            <a:r>
              <a:rPr lang="en-US" sz="2800" dirty="0">
                <a:sym typeface="Wingdings" panose="05000000000000000000" pitchFamily="2" charset="2"/>
              </a:rPr>
              <a:t>[][] a= </a:t>
            </a:r>
            <a:r>
              <a:rPr lang="en-US" sz="2800" dirty="0" smtClean="0">
                <a:sym typeface="Wingdings" panose="05000000000000000000" pitchFamily="2" charset="2"/>
              </a:rPr>
              <a:t>{{1,2},{3,4} };</a:t>
            </a:r>
          </a:p>
          <a:p>
            <a:pPr marL="0" indent="0">
              <a:buNone/>
            </a:pPr>
            <a:r>
              <a:rPr lang="en-US" sz="2800" dirty="0" smtClean="0"/>
              <a:t>				</a:t>
            </a:r>
            <a:r>
              <a:rPr lang="en-US" sz="2800" b="1" dirty="0" err="1" smtClean="0"/>
              <a:t>int</a:t>
            </a:r>
            <a:r>
              <a:rPr lang="en-US" sz="2800" b="1" dirty="0" smtClean="0"/>
              <a:t>[][] a = new </a:t>
            </a:r>
            <a:r>
              <a:rPr lang="en-US" sz="2800" b="1" dirty="0" err="1" smtClean="0"/>
              <a:t>int</a:t>
            </a:r>
            <a:r>
              <a:rPr lang="en-US" sz="2800" b="1" dirty="0" smtClean="0"/>
              <a:t>[2][3];</a:t>
            </a:r>
          </a:p>
          <a:p>
            <a:r>
              <a:rPr lang="en-US" sz="2800" dirty="0" smtClean="0"/>
              <a:t>Three </a:t>
            </a:r>
            <a:r>
              <a:rPr lang="en-US" sz="2800" dirty="0"/>
              <a:t>Dimensional	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 err="1">
                <a:sym typeface="Wingdings" panose="05000000000000000000" pitchFamily="2" charset="2"/>
              </a:rPr>
              <a:t>int</a:t>
            </a:r>
            <a:r>
              <a:rPr lang="en-US" sz="2800" dirty="0" smtClean="0">
                <a:sym typeface="Wingdings" panose="05000000000000000000" pitchFamily="2" charset="2"/>
              </a:rPr>
              <a:t>[][][] c={{</a:t>
            </a:r>
            <a:r>
              <a:rPr lang="en-US" sz="2800" dirty="0">
                <a:sym typeface="Wingdings" panose="05000000000000000000" pitchFamily="2" charset="2"/>
              </a:rPr>
              <a:t>1,2},{3,4</a:t>
            </a:r>
            <a:r>
              <a:rPr lang="en-US" sz="2800" dirty="0" smtClean="0">
                <a:sym typeface="Wingdings" panose="05000000000000000000" pitchFamily="2" charset="2"/>
              </a:rPr>
              <a:t>}, {5,6}};</a:t>
            </a:r>
          </a:p>
          <a:p>
            <a:pPr marL="0" indent="0">
              <a:buNone/>
            </a:pPr>
            <a:r>
              <a:rPr lang="en-US" sz="2800" dirty="0" smtClean="0">
                <a:sym typeface="Wingdings" panose="05000000000000000000" pitchFamily="2" charset="2"/>
              </a:rPr>
              <a:t>			</a:t>
            </a:r>
            <a:r>
              <a:rPr lang="en-US" sz="2800" b="1" dirty="0" err="1" smtClean="0">
                <a:sym typeface="Wingdings" panose="05000000000000000000" pitchFamily="2" charset="2"/>
              </a:rPr>
              <a:t>int</a:t>
            </a:r>
            <a:r>
              <a:rPr lang="en-US" sz="2800" b="1" dirty="0" smtClean="0">
                <a:sym typeface="Wingdings" panose="05000000000000000000" pitchFamily="2" charset="2"/>
              </a:rPr>
              <a:t>[][][] a = new </a:t>
            </a:r>
            <a:r>
              <a:rPr lang="en-US" sz="2800" b="1" dirty="0" err="1" smtClean="0">
                <a:sym typeface="Wingdings" panose="05000000000000000000" pitchFamily="2" charset="2"/>
              </a:rPr>
              <a:t>int</a:t>
            </a:r>
            <a:r>
              <a:rPr lang="en-US" sz="2800" b="1" dirty="0" smtClean="0">
                <a:sym typeface="Wingdings" panose="05000000000000000000" pitchFamily="2" charset="2"/>
              </a:rPr>
              <a:t>[2][2][2];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512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DD71-22CE-F2CE-F5A6-635EE2A5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Management: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FA84-F2DA-6397-722B-B4909F74A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542" y="2576936"/>
            <a:ext cx="6304132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800" dirty="0"/>
              <a:t>Storing the Data in </a:t>
            </a:r>
            <a:r>
              <a:rPr lang="en-IN" sz="2800" dirty="0" smtClean="0"/>
              <a:t>Memory.</a:t>
            </a:r>
          </a:p>
          <a:p>
            <a:pPr>
              <a:lnSpc>
                <a:spcPct val="150000"/>
              </a:lnSpc>
            </a:pPr>
            <a:r>
              <a:rPr lang="en-IN" sz="2600" dirty="0" smtClean="0"/>
              <a:t>Stack </a:t>
            </a:r>
            <a:r>
              <a:rPr lang="en-IN" sz="2600" dirty="0"/>
              <a:t>Memory </a:t>
            </a:r>
            <a:r>
              <a:rPr lang="en-IN" sz="2600" dirty="0">
                <a:sym typeface="Wingdings" panose="05000000000000000000" pitchFamily="2" charset="2"/>
              </a:rPr>
              <a:t> FILO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800" dirty="0"/>
              <a:t>Heap Memory</a:t>
            </a:r>
          </a:p>
          <a:p>
            <a:pPr lvl="1">
              <a:lnSpc>
                <a:spcPct val="150000"/>
              </a:lnSpc>
            </a:pPr>
            <a:r>
              <a:rPr lang="en-IN" sz="2600" dirty="0"/>
              <a:t>It has SCP [String Constant Pool]</a:t>
            </a:r>
          </a:p>
        </p:txBody>
      </p:sp>
      <p:pic>
        <p:nvPicPr>
          <p:cNvPr id="1026" name="Picture 2" descr="Memory Management in Java: An Introdu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635" y="2761664"/>
            <a:ext cx="4783712" cy="288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86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199B-AB96-EDC4-AC8C-00B468CB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Pool: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C14EF-20E0-9AED-7C7B-CBC574C7F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82" y="2512291"/>
            <a:ext cx="9055075" cy="3925454"/>
          </a:xfrm>
        </p:spPr>
        <p:txBody>
          <a:bodyPr>
            <a:normAutofit/>
          </a:bodyPr>
          <a:lstStyle/>
          <a:p>
            <a:pPr marL="469265" marR="5080" indent="-457200">
              <a:lnSpc>
                <a:spcPct val="101800"/>
              </a:lnSpc>
              <a:spcBef>
                <a:spcPts val="60"/>
              </a:spcBef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600" spc="10" dirty="0">
                <a:latin typeface="Carlito"/>
                <a:cs typeface="Carlito"/>
              </a:rPr>
              <a:t>String</a:t>
            </a:r>
            <a:r>
              <a:rPr lang="en-US" sz="2600" spc="-70" dirty="0">
                <a:latin typeface="Carlito"/>
                <a:cs typeface="Carlito"/>
              </a:rPr>
              <a:t> </a:t>
            </a:r>
            <a:r>
              <a:rPr lang="en-US" sz="2600" spc="25" dirty="0">
                <a:latin typeface="Carlito"/>
                <a:cs typeface="Carlito"/>
              </a:rPr>
              <a:t>pool</a:t>
            </a:r>
            <a:r>
              <a:rPr lang="en-US" sz="2600" spc="-114" dirty="0">
                <a:latin typeface="Carlito"/>
                <a:cs typeface="Carlito"/>
              </a:rPr>
              <a:t> </a:t>
            </a:r>
            <a:r>
              <a:rPr lang="en-US" sz="2600" spc="5" dirty="0">
                <a:latin typeface="Carlito"/>
                <a:cs typeface="Carlito"/>
              </a:rPr>
              <a:t>is</a:t>
            </a:r>
            <a:r>
              <a:rPr lang="en-US" sz="2600" spc="-30" dirty="0">
                <a:latin typeface="Carlito"/>
                <a:cs typeface="Carlito"/>
              </a:rPr>
              <a:t> </a:t>
            </a:r>
            <a:r>
              <a:rPr lang="en-US" sz="2600" spc="10" dirty="0">
                <a:latin typeface="Carlito"/>
                <a:cs typeface="Carlito"/>
              </a:rPr>
              <a:t>a</a:t>
            </a:r>
            <a:r>
              <a:rPr lang="en-US" sz="2600" spc="-25" dirty="0">
                <a:latin typeface="Carlito"/>
                <a:cs typeface="Carlito"/>
              </a:rPr>
              <a:t> </a:t>
            </a:r>
            <a:r>
              <a:rPr lang="en-US" sz="2600" b="1" spc="25" dirty="0">
                <a:latin typeface="Carlito"/>
                <a:cs typeface="Carlito"/>
              </a:rPr>
              <a:t>pool</a:t>
            </a:r>
            <a:r>
              <a:rPr lang="en-US" sz="2600" b="1" spc="-114" dirty="0">
                <a:latin typeface="Carlito"/>
                <a:cs typeface="Carlito"/>
              </a:rPr>
              <a:t> </a:t>
            </a:r>
            <a:r>
              <a:rPr lang="en-US" sz="2600" b="1" spc="20" dirty="0">
                <a:latin typeface="Carlito"/>
                <a:cs typeface="Carlito"/>
              </a:rPr>
              <a:t>of</a:t>
            </a:r>
            <a:r>
              <a:rPr lang="en-US" sz="2600" b="1" spc="-55" dirty="0">
                <a:latin typeface="Carlito"/>
                <a:cs typeface="Carlito"/>
              </a:rPr>
              <a:t> </a:t>
            </a:r>
            <a:r>
              <a:rPr lang="en-US" sz="2600" b="1" spc="10" dirty="0">
                <a:latin typeface="Carlito"/>
                <a:cs typeface="Carlito"/>
              </a:rPr>
              <a:t>string</a:t>
            </a:r>
            <a:r>
              <a:rPr lang="en-US" sz="2600" b="1" spc="-70" dirty="0">
                <a:latin typeface="Carlito"/>
                <a:cs typeface="Carlito"/>
              </a:rPr>
              <a:t> </a:t>
            </a:r>
            <a:r>
              <a:rPr lang="en-US" sz="2600" spc="20" dirty="0">
                <a:latin typeface="Carlito"/>
                <a:cs typeface="Carlito"/>
              </a:rPr>
              <a:t>which</a:t>
            </a:r>
            <a:r>
              <a:rPr lang="en-US" sz="2600" spc="-100" dirty="0">
                <a:latin typeface="Carlito"/>
                <a:cs typeface="Carlito"/>
              </a:rPr>
              <a:t> </a:t>
            </a:r>
            <a:r>
              <a:rPr lang="en-US" sz="2600" spc="5" dirty="0">
                <a:latin typeface="Carlito"/>
                <a:cs typeface="Carlito"/>
              </a:rPr>
              <a:t>is</a:t>
            </a:r>
            <a:r>
              <a:rPr lang="en-US" sz="2600" spc="-35" dirty="0">
                <a:latin typeface="Carlito"/>
                <a:cs typeface="Carlito"/>
              </a:rPr>
              <a:t> </a:t>
            </a:r>
            <a:r>
              <a:rPr lang="en-US" sz="2600" spc="-10" dirty="0">
                <a:latin typeface="Carlito"/>
                <a:cs typeface="Carlito"/>
              </a:rPr>
              <a:t>stored</a:t>
            </a:r>
            <a:r>
              <a:rPr lang="en-US" sz="2600" spc="-95" dirty="0">
                <a:latin typeface="Carlito"/>
                <a:cs typeface="Carlito"/>
              </a:rPr>
              <a:t> </a:t>
            </a:r>
            <a:r>
              <a:rPr lang="en-US" sz="2600" b="1" spc="10" dirty="0">
                <a:latin typeface="Carlito"/>
                <a:cs typeface="Carlito"/>
              </a:rPr>
              <a:t>in  </a:t>
            </a:r>
            <a:r>
              <a:rPr lang="en-US" sz="2600" b="1" spc="-20" dirty="0">
                <a:latin typeface="Carlito"/>
                <a:cs typeface="Carlito"/>
              </a:rPr>
              <a:t>java </a:t>
            </a:r>
            <a:r>
              <a:rPr lang="en-US" sz="2600" b="1" spc="15" dirty="0">
                <a:latin typeface="Carlito"/>
                <a:cs typeface="Carlito"/>
              </a:rPr>
              <a:t>heap</a:t>
            </a:r>
            <a:r>
              <a:rPr lang="en-US" sz="2600" b="1" spc="-50" dirty="0">
                <a:latin typeface="Carlito"/>
                <a:cs typeface="Carlito"/>
              </a:rPr>
              <a:t> </a:t>
            </a:r>
            <a:r>
              <a:rPr lang="en-US" sz="2600" spc="-35" dirty="0">
                <a:latin typeface="Carlito"/>
                <a:cs typeface="Carlito"/>
              </a:rPr>
              <a:t>memory.</a:t>
            </a:r>
            <a:endParaRPr lang="en-US" sz="2600" dirty="0">
              <a:latin typeface="Carlito"/>
              <a:cs typeface="Carlito"/>
            </a:endParaRPr>
          </a:p>
          <a:p>
            <a:pPr marL="469265" marR="45085" indent="-4572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600" spc="10" dirty="0">
                <a:latin typeface="Carlito"/>
                <a:cs typeface="Carlito"/>
              </a:rPr>
              <a:t>String</a:t>
            </a:r>
            <a:r>
              <a:rPr lang="en-US" sz="2600" spc="-65" dirty="0">
                <a:latin typeface="Carlito"/>
                <a:cs typeface="Carlito"/>
              </a:rPr>
              <a:t> </a:t>
            </a:r>
            <a:r>
              <a:rPr lang="en-US" sz="2600" spc="25" dirty="0">
                <a:latin typeface="Carlito"/>
                <a:cs typeface="Carlito"/>
              </a:rPr>
              <a:t>pool</a:t>
            </a:r>
            <a:r>
              <a:rPr lang="en-US" sz="2600" spc="-110" dirty="0">
                <a:latin typeface="Carlito"/>
                <a:cs typeface="Carlito"/>
              </a:rPr>
              <a:t> </a:t>
            </a:r>
            <a:r>
              <a:rPr lang="en-US" sz="2600" spc="5" dirty="0">
                <a:latin typeface="Carlito"/>
                <a:cs typeface="Carlito"/>
              </a:rPr>
              <a:t>is</a:t>
            </a:r>
            <a:r>
              <a:rPr lang="en-US" sz="2600" spc="-25" dirty="0">
                <a:latin typeface="Carlito"/>
                <a:cs typeface="Carlito"/>
              </a:rPr>
              <a:t> </a:t>
            </a:r>
            <a:r>
              <a:rPr lang="en-US" sz="2600" spc="20" dirty="0">
                <a:latin typeface="Carlito"/>
                <a:cs typeface="Carlito"/>
              </a:rPr>
              <a:t>possible</a:t>
            </a:r>
            <a:r>
              <a:rPr lang="en-US" sz="2600" spc="-215" dirty="0">
                <a:latin typeface="Carlito"/>
                <a:cs typeface="Carlito"/>
              </a:rPr>
              <a:t> </a:t>
            </a:r>
            <a:r>
              <a:rPr lang="en-US" sz="2600" spc="20" dirty="0">
                <a:latin typeface="Carlito"/>
                <a:cs typeface="Carlito"/>
              </a:rPr>
              <a:t>only</a:t>
            </a:r>
            <a:r>
              <a:rPr lang="en-US" sz="2600" spc="-70" dirty="0">
                <a:latin typeface="Carlito"/>
                <a:cs typeface="Carlito"/>
              </a:rPr>
              <a:t> </a:t>
            </a:r>
            <a:r>
              <a:rPr lang="en-US" sz="2600" spc="15" dirty="0">
                <a:latin typeface="Carlito"/>
                <a:cs typeface="Carlito"/>
              </a:rPr>
              <a:t>because</a:t>
            </a:r>
            <a:r>
              <a:rPr lang="en-US" sz="2600" spc="-150" dirty="0">
                <a:latin typeface="Carlito"/>
                <a:cs typeface="Carlito"/>
              </a:rPr>
              <a:t> </a:t>
            </a:r>
            <a:r>
              <a:rPr lang="en-US" sz="2600" b="1" spc="5" dirty="0">
                <a:latin typeface="Carlito"/>
                <a:cs typeface="Carlito"/>
              </a:rPr>
              <a:t>strings</a:t>
            </a:r>
            <a:r>
              <a:rPr lang="en-US" sz="2600" b="1" spc="-105" dirty="0">
                <a:latin typeface="Carlito"/>
                <a:cs typeface="Carlito"/>
              </a:rPr>
              <a:t> </a:t>
            </a:r>
            <a:r>
              <a:rPr lang="en-US" sz="2600" b="1" spc="-10" dirty="0" smtClean="0">
                <a:latin typeface="Carlito"/>
                <a:cs typeface="Carlito"/>
              </a:rPr>
              <a:t>are </a:t>
            </a:r>
            <a:r>
              <a:rPr lang="en-US" sz="2600" b="1" dirty="0" smtClean="0">
                <a:latin typeface="Carlito"/>
                <a:cs typeface="Carlito"/>
              </a:rPr>
              <a:t>immutable</a:t>
            </a:r>
            <a:r>
              <a:rPr lang="en-US" sz="2600" dirty="0" smtClean="0">
                <a:latin typeface="Carlito"/>
                <a:cs typeface="Carlito"/>
              </a:rPr>
              <a:t>. </a:t>
            </a:r>
          </a:p>
          <a:p>
            <a:pPr marL="469265" marR="45085" indent="-457200">
              <a:lnSpc>
                <a:spcPct val="100000"/>
              </a:lnSpc>
              <a:spcBef>
                <a:spcPts val="740"/>
              </a:spcBef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600" spc="5" dirty="0" smtClean="0">
                <a:latin typeface="Carlito"/>
                <a:cs typeface="Carlito"/>
              </a:rPr>
              <a:t>Once </a:t>
            </a:r>
            <a:r>
              <a:rPr lang="en-US" sz="2600" spc="5" dirty="0">
                <a:latin typeface="Carlito"/>
                <a:cs typeface="Carlito"/>
              </a:rPr>
              <a:t>it </a:t>
            </a:r>
            <a:r>
              <a:rPr lang="en-US" sz="2600" spc="-15" dirty="0">
                <a:latin typeface="Carlito"/>
                <a:cs typeface="Carlito"/>
              </a:rPr>
              <a:t>created </a:t>
            </a:r>
            <a:r>
              <a:rPr lang="en-US" sz="2600" spc="5" dirty="0">
                <a:latin typeface="Carlito"/>
                <a:cs typeface="Carlito"/>
              </a:rPr>
              <a:t>it </a:t>
            </a:r>
            <a:r>
              <a:rPr lang="en-US" sz="2600" spc="20" dirty="0" smtClean="0">
                <a:latin typeface="Carlito"/>
                <a:cs typeface="Carlito"/>
              </a:rPr>
              <a:t>can’t </a:t>
            </a:r>
            <a:r>
              <a:rPr lang="en-US" sz="2600" spc="25" dirty="0">
                <a:latin typeface="Carlito"/>
                <a:cs typeface="Carlito"/>
              </a:rPr>
              <a:t>be</a:t>
            </a:r>
            <a:r>
              <a:rPr lang="en-US" sz="2600" spc="-310" dirty="0">
                <a:latin typeface="Carlito"/>
                <a:cs typeface="Carlito"/>
              </a:rPr>
              <a:t> </a:t>
            </a:r>
            <a:r>
              <a:rPr lang="en-US" sz="2600" spc="20" dirty="0">
                <a:latin typeface="Carlito"/>
                <a:cs typeface="Carlito"/>
              </a:rPr>
              <a:t>change.</a:t>
            </a:r>
          </a:p>
          <a:p>
            <a:pPr marL="469265" indent="-457200">
              <a:lnSpc>
                <a:spcPts val="3835"/>
              </a:lnSpc>
              <a:spcBef>
                <a:spcPts val="740"/>
              </a:spcBef>
              <a:buFont typeface="Wingdings" panose="05000000000000000000" pitchFamily="2" charset="2"/>
              <a:buChar char="Ø"/>
              <a:tabLst>
                <a:tab pos="356235" algn="l"/>
              </a:tabLst>
            </a:pPr>
            <a:r>
              <a:rPr lang="en-US" sz="2600" spc="15" dirty="0">
                <a:latin typeface="Carlito"/>
                <a:cs typeface="Carlito"/>
              </a:rPr>
              <a:t>Multiple </a:t>
            </a:r>
            <a:r>
              <a:rPr lang="en-US" sz="2600" spc="-5" dirty="0">
                <a:latin typeface="Carlito"/>
                <a:cs typeface="Carlito"/>
              </a:rPr>
              <a:t>thread </a:t>
            </a:r>
            <a:r>
              <a:rPr lang="en-US" sz="2600" spc="15" dirty="0">
                <a:latin typeface="Carlito"/>
                <a:cs typeface="Carlito"/>
              </a:rPr>
              <a:t>can </a:t>
            </a:r>
            <a:r>
              <a:rPr lang="en-US" sz="2600" spc="5" dirty="0">
                <a:latin typeface="Carlito"/>
                <a:cs typeface="Carlito"/>
              </a:rPr>
              <a:t>access </a:t>
            </a:r>
            <a:r>
              <a:rPr lang="en-US" sz="2600" spc="10" dirty="0">
                <a:latin typeface="Carlito"/>
                <a:cs typeface="Carlito"/>
              </a:rPr>
              <a:t>the </a:t>
            </a:r>
            <a:r>
              <a:rPr lang="en-US" sz="2600" spc="15" dirty="0" smtClean="0">
                <a:latin typeface="Carlito"/>
                <a:cs typeface="Carlito"/>
              </a:rPr>
              <a:t>same</a:t>
            </a:r>
            <a:r>
              <a:rPr lang="en-US" sz="2600" spc="-475" dirty="0">
                <a:latin typeface="Carlito"/>
                <a:cs typeface="Carlito"/>
              </a:rPr>
              <a:t> </a:t>
            </a:r>
            <a:r>
              <a:rPr lang="en-US" sz="2600" spc="-475" dirty="0" smtClean="0">
                <a:latin typeface="Carlito"/>
                <a:cs typeface="Carlito"/>
              </a:rPr>
              <a:t> </a:t>
            </a:r>
            <a:r>
              <a:rPr lang="en-US" sz="2600" spc="10" dirty="0" smtClean="0">
                <a:latin typeface="Carlito"/>
                <a:cs typeface="Carlito"/>
              </a:rPr>
              <a:t>string</a:t>
            </a:r>
            <a:r>
              <a:rPr lang="en-US" sz="2600" dirty="0" smtClean="0">
                <a:latin typeface="Carlito"/>
                <a:cs typeface="Carlito"/>
              </a:rPr>
              <a:t> </a:t>
            </a:r>
            <a:r>
              <a:rPr lang="en-US" sz="2600" spc="15" dirty="0">
                <a:latin typeface="Carlito"/>
                <a:cs typeface="Carlito"/>
              </a:rPr>
              <a:t>since, </a:t>
            </a:r>
            <a:r>
              <a:rPr lang="en-US" sz="2600" dirty="0">
                <a:latin typeface="Carlito"/>
                <a:cs typeface="Carlito"/>
              </a:rPr>
              <a:t>its         immutable</a:t>
            </a:r>
            <a:r>
              <a:rPr lang="en-US" sz="2600" spc="5" dirty="0">
                <a:latin typeface="Carlito"/>
                <a:cs typeface="Carlito"/>
              </a:rPr>
              <a:t>. </a:t>
            </a:r>
          </a:p>
          <a:p>
            <a:pPr marL="469265" indent="-457200">
              <a:lnSpc>
                <a:spcPts val="3835"/>
              </a:lnSpc>
              <a:spcBef>
                <a:spcPts val="740"/>
              </a:spcBef>
              <a:buFont typeface="Wingdings" panose="05000000000000000000" pitchFamily="2" charset="2"/>
              <a:buChar char="Ø"/>
              <a:tabLst>
                <a:tab pos="356235" algn="l"/>
              </a:tabLst>
            </a:pPr>
            <a:r>
              <a:rPr lang="en-US" sz="2600" dirty="0" smtClean="0">
                <a:latin typeface="Carlito"/>
                <a:cs typeface="Carlito"/>
              </a:rPr>
              <a:t>It is Thread</a:t>
            </a:r>
            <a:r>
              <a:rPr lang="en-US" sz="2600" spc="-290" dirty="0" smtClean="0">
                <a:latin typeface="Carlito"/>
                <a:cs typeface="Carlito"/>
              </a:rPr>
              <a:t> </a:t>
            </a:r>
            <a:r>
              <a:rPr lang="en-US" sz="2600" spc="-10" dirty="0">
                <a:latin typeface="Carlito"/>
                <a:cs typeface="Carlito"/>
              </a:rPr>
              <a:t>safe</a:t>
            </a:r>
            <a:r>
              <a:rPr lang="en-US" sz="2600" spc="-10" dirty="0" smtClean="0">
                <a:latin typeface="Carlito"/>
                <a:cs typeface="Carlito"/>
              </a:rPr>
              <a:t>.</a:t>
            </a:r>
            <a:endParaRPr lang="en-US" sz="26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17287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294493-9975-3952-8E9F-AF00335B6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1637" y="2433917"/>
            <a:ext cx="6617445" cy="1576981"/>
          </a:xfrm>
        </p:spPr>
        <p:txBody>
          <a:bodyPr/>
          <a:lstStyle/>
          <a:p>
            <a:r>
              <a:rPr lang="en-IN" dirty="0"/>
              <a:t>String Handling</a:t>
            </a:r>
          </a:p>
        </p:txBody>
      </p:sp>
    </p:spTree>
    <p:extLst>
      <p:ext uri="{BB962C8B-B14F-4D97-AF65-F5344CB8AC3E}">
        <p14:creationId xmlns:p14="http://schemas.microsoft.com/office/powerpoint/2010/main" val="34268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9020-F1AD-1F6A-778E-4F01E249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250A6-850C-899B-76B4-1A069A8FC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659" y="2503055"/>
            <a:ext cx="8606795" cy="3675530"/>
          </a:xfrm>
        </p:spPr>
        <p:txBody>
          <a:bodyPr>
            <a:normAutofit/>
          </a:bodyPr>
          <a:lstStyle/>
          <a:p>
            <a:r>
              <a:rPr lang="en-IN" sz="2800" dirty="0"/>
              <a:t>String is a sequence of </a:t>
            </a:r>
            <a:r>
              <a:rPr lang="en-IN" sz="2800" dirty="0" smtClean="0"/>
              <a:t>characters stores depend on index positions just like an array.</a:t>
            </a:r>
            <a:endParaRPr lang="en-IN" sz="2800" dirty="0"/>
          </a:p>
          <a:p>
            <a:pPr marL="0" indent="0">
              <a:buNone/>
            </a:pPr>
            <a:r>
              <a:rPr lang="en-IN" sz="2800" b="1" dirty="0" smtClean="0"/>
              <a:t>	Example</a:t>
            </a:r>
            <a:r>
              <a:rPr lang="en-IN" sz="2800" b="1" dirty="0"/>
              <a:t>:</a:t>
            </a:r>
          </a:p>
          <a:p>
            <a:pPr marL="457200" lvl="1" indent="0">
              <a:buNone/>
            </a:pPr>
            <a:r>
              <a:rPr lang="en-IN" sz="2400" b="1" dirty="0"/>
              <a:t>	</a:t>
            </a:r>
            <a:r>
              <a:rPr lang="en-IN" sz="2600" dirty="0"/>
              <a:t>char name[]={‘L’,’I’,’V’,’E</a:t>
            </a:r>
            <a:r>
              <a:rPr lang="en-IN" sz="2600" dirty="0" smtClean="0"/>
              <a:t>’,’L’,’O’,’N’,’G’,};</a:t>
            </a:r>
            <a:endParaRPr lang="en-IN" sz="2600" dirty="0"/>
          </a:p>
          <a:p>
            <a:pPr marL="457200" lvl="1" indent="0">
              <a:buNone/>
            </a:pPr>
            <a:r>
              <a:rPr lang="en-IN" sz="2600" b="1" dirty="0"/>
              <a:t>	String s=new String(name);</a:t>
            </a:r>
          </a:p>
          <a:p>
            <a:pPr marL="457200" lvl="1" indent="0">
              <a:buNone/>
            </a:pPr>
            <a:r>
              <a:rPr lang="en-IN" sz="2600" b="1" dirty="0"/>
              <a:t>	</a:t>
            </a:r>
            <a:r>
              <a:rPr lang="en-IN" sz="2600" dirty="0"/>
              <a:t>System.out.println(s);</a:t>
            </a:r>
            <a:endParaRPr lang="en-IN" sz="2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E26AA-CC7E-EE03-6C17-9C808E4522A0}"/>
              </a:ext>
            </a:extLst>
          </p:cNvPr>
          <p:cNvSpPr txBox="1"/>
          <p:nvPr/>
        </p:nvSpPr>
        <p:spPr>
          <a:xfrm>
            <a:off x="8558214" y="4793590"/>
            <a:ext cx="271630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Output:</a:t>
            </a:r>
          </a:p>
          <a:p>
            <a:endParaRPr lang="en-IN" sz="2000" dirty="0"/>
          </a:p>
          <a:p>
            <a:r>
              <a:rPr lang="en-IN" sz="2000" dirty="0"/>
              <a:t>	</a:t>
            </a:r>
            <a:r>
              <a:rPr lang="en-IN" sz="2800" dirty="0" smtClean="0"/>
              <a:t>LIVELONG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5977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58CF-8374-4875-6FA8-4C25869F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Operations: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D1FD-E489-F53A-EC22-1D4CDE0AC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8373" y="2742046"/>
            <a:ext cx="4825158" cy="341630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.length();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.charAt();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.toUpperCase();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.toLowerCase();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.Concat();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S1.equals(s2</a:t>
            </a:r>
            <a:r>
              <a:rPr lang="en-IN" sz="2800" dirty="0" smtClean="0"/>
              <a:t>);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37DA77-3133-0785-F3E5-04BD19A5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2350" y="2742046"/>
            <a:ext cx="5086817" cy="37031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s1.CompareTo(s2);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.repeat();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.endsWith();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.substring(8,12);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.trim();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 smtClean="0"/>
              <a:t>.</a:t>
            </a:r>
            <a:r>
              <a:rPr lang="en-IN" sz="2800" dirty="0"/>
              <a:t>replace(“j”,”k”);</a:t>
            </a:r>
          </a:p>
        </p:txBody>
      </p:sp>
    </p:spTree>
    <p:extLst>
      <p:ext uri="{BB962C8B-B14F-4D97-AF65-F5344CB8AC3E}">
        <p14:creationId xmlns:p14="http://schemas.microsoft.com/office/powerpoint/2010/main" val="141588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F68C1F-080E-117E-E7B1-C9492E9C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Buffer: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5E1DC-A8F3-DF7E-E84F-88C3A8B8C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570" y="2459929"/>
            <a:ext cx="9160321" cy="3922397"/>
          </a:xfrm>
        </p:spPr>
        <p:txBody>
          <a:bodyPr>
            <a:noAutofit/>
          </a:bodyPr>
          <a:lstStyle/>
          <a:p>
            <a:r>
              <a:rPr lang="en-IN" sz="2800" dirty="0"/>
              <a:t>Mutable and Automatically Grow if needed.</a:t>
            </a:r>
          </a:p>
          <a:p>
            <a:r>
              <a:rPr lang="en-IN" sz="2800" dirty="0" err="1"/>
              <a:t>StringBuffer</a:t>
            </a:r>
            <a:r>
              <a:rPr lang="en-IN" sz="2800" dirty="0"/>
              <a:t> </a:t>
            </a:r>
            <a:r>
              <a:rPr lang="en-IN" sz="2800" dirty="0">
                <a:sym typeface="Wingdings" panose="05000000000000000000" pitchFamily="2" charset="2"/>
              </a:rPr>
              <a:t> </a:t>
            </a:r>
            <a:r>
              <a:rPr lang="en-IN" sz="2800" dirty="0" err="1">
                <a:sym typeface="Wingdings" panose="05000000000000000000" pitchFamily="2" charset="2"/>
              </a:rPr>
              <a:t>Defult</a:t>
            </a:r>
            <a:r>
              <a:rPr lang="en-IN" sz="2800" dirty="0">
                <a:sym typeface="Wingdings" panose="05000000000000000000" pitchFamily="2" charset="2"/>
              </a:rPr>
              <a:t> 16-bit</a:t>
            </a:r>
          </a:p>
          <a:p>
            <a:r>
              <a:rPr lang="en-IN" sz="2800" dirty="0">
                <a:sym typeface="Wingdings" panose="05000000000000000000" pitchFamily="2" charset="2"/>
              </a:rPr>
              <a:t>It adds 16 bit in every single bit addition. </a:t>
            </a:r>
          </a:p>
          <a:p>
            <a:r>
              <a:rPr lang="en-IN" sz="2800" dirty="0">
                <a:sym typeface="Wingdings" panose="05000000000000000000" pitchFamily="2" charset="2"/>
              </a:rPr>
              <a:t>It is Thread safe.</a:t>
            </a: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Syntax:</a:t>
            </a:r>
          </a:p>
          <a:p>
            <a:pPr marL="457200" lvl="1" indent="0">
              <a:buNone/>
            </a:pPr>
            <a:r>
              <a:rPr lang="en-IN" sz="2400" b="1" dirty="0"/>
              <a:t>	</a:t>
            </a:r>
            <a:r>
              <a:rPr lang="en-IN" sz="2800" dirty="0"/>
              <a:t>StringBuffer sb=new </a:t>
            </a:r>
            <a:r>
              <a:rPr lang="en-IN" sz="2800" dirty="0" err="1"/>
              <a:t>StringBuffer</a:t>
            </a:r>
            <a:r>
              <a:rPr lang="en-IN" sz="2800" dirty="0" smtClean="0"/>
              <a:t>(“Hello There”);</a:t>
            </a:r>
            <a:endParaRPr lang="en-IN" sz="2800" dirty="0"/>
          </a:p>
          <a:p>
            <a:pPr marL="457200" lvl="1" indent="0">
              <a:buNone/>
            </a:pPr>
            <a:r>
              <a:rPr lang="en-IN" sz="2800" dirty="0"/>
              <a:t>	sb.length(); </a:t>
            </a:r>
          </a:p>
        </p:txBody>
      </p:sp>
    </p:spTree>
    <p:extLst>
      <p:ext uri="{BB962C8B-B14F-4D97-AF65-F5344CB8AC3E}">
        <p14:creationId xmlns:p14="http://schemas.microsoft.com/office/powerpoint/2010/main" val="23977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F9F1AF-6920-E6CD-D674-9962EA2A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StringBuffer Operation: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228542-9D3A-CEF3-D08F-5960FE685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8896" y="2536266"/>
            <a:ext cx="7627471" cy="3945218"/>
          </a:xfrm>
        </p:spPr>
        <p:txBody>
          <a:bodyPr>
            <a:noAutofit/>
          </a:bodyPr>
          <a:lstStyle/>
          <a:p>
            <a:r>
              <a:rPr lang="en-IN" sz="2800" dirty="0"/>
              <a:t>sb.append("Java");</a:t>
            </a:r>
          </a:p>
          <a:p>
            <a:r>
              <a:rPr lang="en-IN" sz="2800" dirty="0"/>
              <a:t>sb.insert(1,"Java"); </a:t>
            </a:r>
          </a:p>
          <a:p>
            <a:r>
              <a:rPr lang="en-IN" sz="2800" dirty="0"/>
              <a:t>sb.replace(1,3,"Java"); </a:t>
            </a:r>
          </a:p>
          <a:p>
            <a:r>
              <a:rPr lang="en-IN" sz="2800" dirty="0"/>
              <a:t>sb.delete(1,3); </a:t>
            </a:r>
          </a:p>
          <a:p>
            <a:r>
              <a:rPr lang="en-IN" sz="2800" dirty="0"/>
              <a:t>sb.reverse();  </a:t>
            </a:r>
          </a:p>
          <a:p>
            <a:r>
              <a:rPr lang="en-IN" sz="2800" dirty="0"/>
              <a:t>sb.capacity()</a:t>
            </a:r>
          </a:p>
          <a:p>
            <a:r>
              <a:rPr lang="en-IN" sz="2800" dirty="0"/>
              <a:t>sb.ensureCapacity(50);</a:t>
            </a:r>
          </a:p>
        </p:txBody>
      </p:sp>
    </p:spTree>
    <p:extLst>
      <p:ext uri="{BB962C8B-B14F-4D97-AF65-F5344CB8AC3E}">
        <p14:creationId xmlns:p14="http://schemas.microsoft.com/office/powerpoint/2010/main" val="86105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8077-F475-DE90-3C59-F1881223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StringBuilder: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83B3E-4BA1-0B60-7AAC-0781BE9A3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829" y="2321112"/>
            <a:ext cx="9231135" cy="4254500"/>
          </a:xfrm>
        </p:spPr>
        <p:txBody>
          <a:bodyPr>
            <a:normAutofit/>
          </a:bodyPr>
          <a:lstStyle/>
          <a:p>
            <a:r>
              <a:rPr lang="en-US" sz="2800" dirty="0"/>
              <a:t>The java stringBuilder class is used to create mutable string.</a:t>
            </a:r>
          </a:p>
          <a:p>
            <a:r>
              <a:rPr lang="en-US" sz="2800" dirty="0"/>
              <a:t>Not thread safe.</a:t>
            </a:r>
          </a:p>
          <a:p>
            <a:r>
              <a:rPr lang="en-US" sz="2800" dirty="0"/>
              <a:t>String builder is faster than string  buffer.</a:t>
            </a:r>
          </a:p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pPr marL="914400" lvl="2" indent="0">
              <a:buNone/>
            </a:pPr>
            <a:r>
              <a:rPr lang="en-US" sz="2800" b="1" dirty="0"/>
              <a:t>StringBuilder s=new StringBuilder(“java”);</a:t>
            </a:r>
          </a:p>
          <a:p>
            <a:pPr marL="914400" lvl="2" indent="0">
              <a:buNone/>
            </a:pPr>
            <a:r>
              <a:rPr lang="en-US" sz="2800" dirty="0"/>
              <a:t>System.out.println(s);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0321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C5B2D4-3693-AB1C-B534-1BBFF2AE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36" y="1121586"/>
            <a:ext cx="5421020" cy="7069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Access Modifier:			</a:t>
            </a:r>
            <a:endParaRPr lang="en-IN" sz="3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384D3F-F447-4C2F-51DA-58C4094B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27" y="2675761"/>
            <a:ext cx="11416146" cy="3416300"/>
          </a:xfrm>
        </p:spPr>
        <p:txBody>
          <a:bodyPr>
            <a:normAutofit/>
          </a:bodyPr>
          <a:lstStyle/>
          <a:p>
            <a:pPr marL="17145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solidFill>
                  <a:schemeClr val="tx1"/>
                </a:solidFill>
              </a:rPr>
              <a:t>Public         </a:t>
            </a:r>
            <a:r>
              <a:rPr lang="en-US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We can access in anywhere</a:t>
            </a:r>
            <a:endParaRPr lang="en-US" sz="2800" dirty="0">
              <a:solidFill>
                <a:schemeClr val="tx1"/>
              </a:solidFill>
            </a:endParaRPr>
          </a:p>
          <a:p>
            <a:pPr marL="17145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solidFill>
                  <a:schemeClr val="tx1"/>
                </a:solidFill>
              </a:rPr>
              <a:t>Private        </a:t>
            </a:r>
            <a:r>
              <a:rPr lang="en-US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Only accessible to particular places.</a:t>
            </a:r>
            <a:endParaRPr lang="en-US" sz="2800" dirty="0">
              <a:solidFill>
                <a:schemeClr val="tx1"/>
              </a:solidFill>
            </a:endParaRPr>
          </a:p>
          <a:p>
            <a:pPr marL="17145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solidFill>
                  <a:schemeClr val="tx1"/>
                </a:solidFill>
              </a:rPr>
              <a:t>Protected  </a:t>
            </a:r>
            <a:r>
              <a:rPr lang="en-US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Access inside packages and inherited.</a:t>
            </a:r>
            <a:endParaRPr lang="en-US" sz="2800" dirty="0">
              <a:solidFill>
                <a:schemeClr val="tx1"/>
              </a:solidFill>
            </a:endParaRPr>
          </a:p>
          <a:p>
            <a:pPr marL="1714500" lvl="3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 smtClean="0">
                <a:solidFill>
                  <a:schemeClr val="tx1"/>
                </a:solidFill>
              </a:rPr>
              <a:t>Defualt</a:t>
            </a:r>
            <a:r>
              <a:rPr lang="en-US" sz="2800" dirty="0" smtClean="0">
                <a:solidFill>
                  <a:schemeClr val="tx1"/>
                </a:solidFill>
              </a:rPr>
              <a:t>       </a:t>
            </a:r>
            <a:r>
              <a:rPr lang="en-US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Only can access in package.</a:t>
            </a: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751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B1F097-958D-BA99-BF5B-007F1A42C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2896" y="1721224"/>
            <a:ext cx="4941045" cy="2128310"/>
          </a:xfrm>
        </p:spPr>
        <p:txBody>
          <a:bodyPr/>
          <a:lstStyle/>
          <a:p>
            <a:r>
              <a:rPr lang="en-IN" dirty="0"/>
              <a:t>OOPs</a:t>
            </a:r>
          </a:p>
        </p:txBody>
      </p:sp>
    </p:spTree>
    <p:extLst>
      <p:ext uri="{BB962C8B-B14F-4D97-AF65-F5344CB8AC3E}">
        <p14:creationId xmlns:p14="http://schemas.microsoft.com/office/powerpoint/2010/main" val="328650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BB92-E2D9-522C-14E7-6128A1E5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Object-Oriented Programming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45DEA-1BE8-51A4-E924-7985755AA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841" y="2573278"/>
            <a:ext cx="9708775" cy="3845995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Object-Oriented Programming is a methodology to design a program using</a:t>
            </a:r>
            <a:r>
              <a:rPr lang="en-US" sz="2800" dirty="0" smtClean="0"/>
              <a:t>…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	1. Class								2.	</a:t>
            </a:r>
            <a:r>
              <a:rPr lang="en-US" sz="2800" dirty="0">
                <a:sym typeface="Wingdings" panose="05000000000000000000" pitchFamily="2" charset="2"/>
              </a:rPr>
              <a:t>Object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2800" dirty="0">
                <a:sym typeface="Wingdings" panose="05000000000000000000" pitchFamily="2" charset="2"/>
              </a:rPr>
              <a:t>3. Inheritance					</a:t>
            </a:r>
            <a:r>
              <a:rPr lang="en-US" sz="2800" dirty="0" smtClean="0">
                <a:sym typeface="Wingdings" panose="05000000000000000000" pitchFamily="2" charset="2"/>
              </a:rPr>
              <a:t>4</a:t>
            </a:r>
            <a:r>
              <a:rPr lang="en-US" sz="2800" dirty="0">
                <a:sym typeface="Wingdings" panose="05000000000000000000" pitchFamily="2" charset="2"/>
              </a:rPr>
              <a:t>.	Interface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2800" dirty="0">
                <a:sym typeface="Wingdings" panose="05000000000000000000" pitchFamily="2" charset="2"/>
              </a:rPr>
              <a:t>5. Encapsulation				</a:t>
            </a:r>
            <a:r>
              <a:rPr lang="en-US" sz="2800" dirty="0" smtClean="0">
                <a:sym typeface="Wingdings" panose="05000000000000000000" pitchFamily="2" charset="2"/>
              </a:rPr>
              <a:t>6</a:t>
            </a:r>
            <a:r>
              <a:rPr lang="en-US" sz="2800" dirty="0">
                <a:sym typeface="Wingdings" panose="05000000000000000000" pitchFamily="2" charset="2"/>
              </a:rPr>
              <a:t>.	Abstraction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2800" dirty="0">
                <a:sym typeface="Wingdings" panose="05000000000000000000" pitchFamily="2" charset="2"/>
              </a:rPr>
              <a:t>7. </a:t>
            </a:r>
            <a:r>
              <a:rPr lang="en-US" sz="2800" dirty="0" smtClean="0">
                <a:sym typeface="Wingdings" panose="05000000000000000000" pitchFamily="2" charset="2"/>
              </a:rPr>
              <a:t>Polymorphism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2897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EE5D77-8C47-B243-8039-A14179A4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A19A13-115D-D786-5D31-4E470D37E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63" y="2474122"/>
            <a:ext cx="10585282" cy="390820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b="1" dirty="0"/>
              <a:t>Class: </a:t>
            </a:r>
            <a:endParaRPr lang="en-US" sz="28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b="1" dirty="0"/>
              <a:t>	</a:t>
            </a:r>
            <a:r>
              <a:rPr lang="en-US" sz="2800" b="1" dirty="0" smtClean="0"/>
              <a:t>	</a:t>
            </a:r>
            <a:r>
              <a:rPr lang="en-US" sz="2400" dirty="0" smtClean="0"/>
              <a:t>  </a:t>
            </a:r>
            <a:r>
              <a:rPr lang="en-US" sz="2800" dirty="0" smtClean="0"/>
              <a:t>&lt;</a:t>
            </a:r>
            <a:r>
              <a:rPr lang="en-US" sz="2800" dirty="0"/>
              <a:t>access-modifier&gt; </a:t>
            </a:r>
            <a:r>
              <a:rPr lang="en-US" sz="2800" b="1" dirty="0"/>
              <a:t>class</a:t>
            </a:r>
            <a:r>
              <a:rPr lang="en-US" sz="2800" dirty="0"/>
              <a:t> &lt;className&gt; </a:t>
            </a:r>
            <a:r>
              <a:rPr lang="en-IN" sz="2800" dirty="0"/>
              <a:t>{  </a:t>
            </a:r>
            <a:r>
              <a:rPr lang="en-IN" sz="2800" dirty="0" smtClean="0"/>
              <a:t>}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b="1" dirty="0"/>
              <a:t>Object: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2800" dirty="0" smtClean="0"/>
              <a:t> &lt;</a:t>
            </a:r>
            <a:r>
              <a:rPr lang="en-US" sz="2800" dirty="0"/>
              <a:t>className&gt; &lt;objectName&gt; </a:t>
            </a:r>
            <a:r>
              <a:rPr lang="en-US" sz="2800" dirty="0" smtClean="0"/>
              <a:t>= </a:t>
            </a:r>
            <a:r>
              <a:rPr lang="en-US" sz="2800" b="1" dirty="0"/>
              <a:t>new</a:t>
            </a:r>
            <a:r>
              <a:rPr lang="en-US" sz="2800" dirty="0"/>
              <a:t> &lt;</a:t>
            </a:r>
            <a:r>
              <a:rPr lang="en-US" sz="2800" dirty="0" err="1"/>
              <a:t>className</a:t>
            </a:r>
            <a:r>
              <a:rPr lang="en-US" sz="2800" dirty="0" smtClean="0"/>
              <a:t>&gt;();</a:t>
            </a:r>
            <a:endParaRPr lang="en-US" sz="28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2800" dirty="0" smtClean="0"/>
              <a:t> &lt;</a:t>
            </a:r>
            <a:r>
              <a:rPr lang="en-US" sz="2800" dirty="0"/>
              <a:t>objectName&gt;.functioncall();	</a:t>
            </a:r>
          </a:p>
        </p:txBody>
      </p:sp>
    </p:spTree>
    <p:extLst>
      <p:ext uri="{BB962C8B-B14F-4D97-AF65-F5344CB8AC3E}">
        <p14:creationId xmlns:p14="http://schemas.microsoft.com/office/powerpoint/2010/main" val="99691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245056-8DEF-0811-33E1-315A3243C745}"/>
              </a:ext>
            </a:extLst>
          </p:cNvPr>
          <p:cNvSpPr txBox="1"/>
          <p:nvPr/>
        </p:nvSpPr>
        <p:spPr>
          <a:xfrm>
            <a:off x="1016868" y="1034319"/>
            <a:ext cx="93590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u="sng" dirty="0">
                <a:solidFill>
                  <a:schemeClr val="accent1"/>
                </a:solidFill>
                <a:latin typeface="Courier New" panose="02070309020205020404" pitchFamily="49" charset="0"/>
              </a:rPr>
              <a:t>Program:</a:t>
            </a:r>
          </a:p>
          <a:p>
            <a:pPr algn="l"/>
            <a:endParaRPr lang="en-IN" sz="2000" b="1" dirty="0">
              <a:solidFill>
                <a:srgbClr val="7F0055"/>
              </a:solidFill>
              <a:latin typeface="Courier New" panose="02070309020205020404" pitchFamily="49" charset="0"/>
            </a:endParaRPr>
          </a:p>
          <a:p>
            <a:pPr algn="l"/>
            <a:r>
              <a:rPr lang="en-IN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First </a:t>
            </a:r>
            <a:r>
              <a:rPr lang="en-IN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endParaRPr lang="en-I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	public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status(String </a:t>
            </a:r>
            <a:r>
              <a:rPr lang="en-US" sz="2400" b="1" dirty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6A3E3E"/>
                </a:solidFill>
                <a:latin typeface="Courier New" panose="02070309020205020404" pitchFamily="49" charset="0"/>
              </a:rPr>
              <a:t>model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IN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endParaRPr lang="en-I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System.</a:t>
            </a:r>
            <a:r>
              <a:rPr lang="en-IN" sz="240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IN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.println(</a:t>
            </a:r>
            <a:r>
              <a:rPr lang="en-IN" sz="24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"Name = "</a:t>
            </a:r>
            <a:r>
              <a:rPr lang="en-IN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+</a:t>
            </a:r>
            <a:r>
              <a:rPr lang="en-IN" sz="24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name</a:t>
            </a:r>
            <a:r>
              <a:rPr lang="en-IN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System.</a:t>
            </a:r>
            <a:r>
              <a:rPr lang="en-IN" sz="240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IN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.println(</a:t>
            </a:r>
            <a:r>
              <a:rPr lang="en-IN" sz="24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"Model ="</a:t>
            </a:r>
            <a:r>
              <a:rPr lang="en-IN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+</a:t>
            </a:r>
            <a:r>
              <a:rPr lang="en-IN" sz="24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model</a:t>
            </a:r>
            <a:r>
              <a:rPr lang="en-IN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 algn="l"/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	public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US" sz="24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args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IN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endParaRPr lang="en-I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First </a:t>
            </a:r>
            <a:r>
              <a:rPr lang="en-IN" sz="2400" dirty="0">
                <a:solidFill>
                  <a:srgbClr val="6A3E3E"/>
                </a:solidFill>
                <a:latin typeface="Courier New" panose="02070309020205020404" pitchFamily="49" charset="0"/>
              </a:rPr>
              <a:t>obj</a:t>
            </a:r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IN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First();</a:t>
            </a:r>
          </a:p>
          <a:p>
            <a:pPr algn="l"/>
            <a:r>
              <a:rPr lang="en-IN" sz="2400" dirty="0">
                <a:solidFill>
                  <a:srgbClr val="6A3E3E"/>
                </a:solidFill>
                <a:latin typeface="Courier New" panose="02070309020205020404" pitchFamily="49" charset="0"/>
              </a:rPr>
              <a:t>		obj</a:t>
            </a:r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.status(</a:t>
            </a:r>
            <a:r>
              <a:rPr lang="en-IN" sz="2400" dirty="0">
                <a:solidFill>
                  <a:srgbClr val="2A00FF"/>
                </a:solidFill>
                <a:latin typeface="Courier New" panose="02070309020205020404" pitchFamily="49" charset="0"/>
              </a:rPr>
              <a:t>"Audi"</a:t>
            </a:r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2005);</a:t>
            </a:r>
          </a:p>
          <a:p>
            <a:pPr algn="l"/>
            <a:r>
              <a:rPr lang="en-IN" sz="2400" dirty="0">
                <a:solidFill>
                  <a:srgbClr val="6A3E3E"/>
                </a:solidFill>
                <a:latin typeface="Courier New" panose="02070309020205020404" pitchFamily="49" charset="0"/>
              </a:rPr>
              <a:t>		obj</a:t>
            </a:r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.status(</a:t>
            </a:r>
            <a:r>
              <a:rPr lang="en-IN" sz="2400" dirty="0">
                <a:solidFill>
                  <a:srgbClr val="2A00FF"/>
                </a:solidFill>
                <a:latin typeface="Courier New" panose="02070309020205020404" pitchFamily="49" charset="0"/>
              </a:rPr>
              <a:t>"BMW"</a:t>
            </a:r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 2007);</a:t>
            </a: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IN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IN" sz="2400" dirty="0">
              <a:latin typeface="Courier New" panose="02070309020205020404" pitchFamily="49" charset="0"/>
            </a:endParaRP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99B91-0D2E-1E01-C71D-799B58FC8A3D}"/>
              </a:ext>
            </a:extLst>
          </p:cNvPr>
          <p:cNvSpPr txBox="1"/>
          <p:nvPr/>
        </p:nvSpPr>
        <p:spPr>
          <a:xfrm>
            <a:off x="8701809" y="4136480"/>
            <a:ext cx="2997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Output</a:t>
            </a:r>
            <a:r>
              <a:rPr lang="en-US" u="sng" dirty="0"/>
              <a:t>:</a:t>
            </a:r>
          </a:p>
          <a:p>
            <a:endParaRPr lang="en-US" dirty="0"/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Name = Audi</a:t>
            </a: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Model =2005</a:t>
            </a: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Name = BMW</a:t>
            </a:r>
          </a:p>
          <a:p>
            <a:pPr algn="l"/>
            <a:r>
              <a:rPr lang="en-I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Model =2007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8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2A041E-3B57-2B9B-C8F4-05AF735A5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861" y="1667436"/>
            <a:ext cx="5541680" cy="2330016"/>
          </a:xfrm>
        </p:spPr>
        <p:txBody>
          <a:bodyPr/>
          <a:lstStyle/>
          <a:p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2413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24A6-0DF7-F985-3A37-E9F1B9C1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8BD6-4439-FC99-D1A2-3524CA8E3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178" y="2321112"/>
            <a:ext cx="9535186" cy="4348629"/>
          </a:xfrm>
        </p:spPr>
        <p:txBody>
          <a:bodyPr>
            <a:noAutofit/>
          </a:bodyPr>
          <a:lstStyle/>
          <a:p>
            <a:r>
              <a:rPr lang="en-US" sz="2400" dirty="0"/>
              <a:t>A class inherits the property of another class. </a:t>
            </a:r>
          </a:p>
          <a:p>
            <a:r>
              <a:rPr lang="en-US" sz="2400" dirty="0"/>
              <a:t>It motivates the code </a:t>
            </a:r>
            <a:r>
              <a:rPr lang="en-US" sz="2400" b="1" dirty="0"/>
              <a:t>reusability</a:t>
            </a:r>
            <a:r>
              <a:rPr lang="en-US" sz="2400" dirty="0"/>
              <a:t>.</a:t>
            </a:r>
          </a:p>
          <a:p>
            <a:pPr lvl="2"/>
            <a:r>
              <a:rPr lang="en-US" sz="2400" dirty="0"/>
              <a:t>Super Class  </a:t>
            </a:r>
            <a:r>
              <a:rPr lang="en-US" sz="2400" dirty="0">
                <a:sym typeface="Wingdings" panose="05000000000000000000" pitchFamily="2" charset="2"/>
              </a:rPr>
              <a:t> Parent Class  Base class</a:t>
            </a:r>
          </a:p>
          <a:p>
            <a:pPr lvl="2"/>
            <a:r>
              <a:rPr lang="en-US" sz="2400" dirty="0">
                <a:sym typeface="Wingdings" panose="05000000000000000000" pitchFamily="2" charset="2"/>
              </a:rPr>
              <a:t>Sub class    Child class   Derived class</a:t>
            </a:r>
          </a:p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Syntax: </a:t>
            </a:r>
          </a:p>
          <a:p>
            <a:pPr marL="914400" lvl="2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class</a:t>
            </a:r>
            <a:r>
              <a:rPr lang="en-US" sz="2400" dirty="0">
                <a:sym typeface="Wingdings" panose="05000000000000000000" pitchFamily="2" charset="2"/>
              </a:rPr>
              <a:t> &lt;subclassName&gt; </a:t>
            </a:r>
            <a:r>
              <a:rPr lang="en-US" sz="2400" b="1" dirty="0">
                <a:sym typeface="Wingdings" panose="05000000000000000000" pitchFamily="2" charset="2"/>
              </a:rPr>
              <a:t>extends</a:t>
            </a:r>
            <a:r>
              <a:rPr lang="en-US" sz="2400" dirty="0">
                <a:sym typeface="Wingdings" panose="05000000000000000000" pitchFamily="2" charset="2"/>
              </a:rPr>
              <a:t> &lt;superclassName&gt;  </a:t>
            </a:r>
          </a:p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			</a:t>
            </a:r>
            <a:r>
              <a:rPr lang="en-US" sz="2400" dirty="0">
                <a:sym typeface="Wingdings" panose="05000000000000000000" pitchFamily="2" charset="2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			//Statement;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		}</a:t>
            </a:r>
          </a:p>
        </p:txBody>
      </p:sp>
    </p:spTree>
    <p:extLst>
      <p:ext uri="{BB962C8B-B14F-4D97-AF65-F5344CB8AC3E}">
        <p14:creationId xmlns:p14="http://schemas.microsoft.com/office/powerpoint/2010/main" val="228806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8FBF-9EAD-5DC2-C551-505414EC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AA83-9AB7-808C-1337-78B5FFB45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9013" y="2643841"/>
            <a:ext cx="8825659" cy="3416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sz="2800" dirty="0"/>
              <a:t>Single Inheritance.</a:t>
            </a:r>
          </a:p>
          <a:p>
            <a:pPr>
              <a:lnSpc>
                <a:spcPct val="150000"/>
              </a:lnSpc>
            </a:pPr>
            <a:r>
              <a:rPr lang="en-IN" sz="2800" dirty="0" err="1"/>
              <a:t>Mutilevel</a:t>
            </a:r>
            <a:r>
              <a:rPr lang="en-IN" sz="2800" dirty="0"/>
              <a:t> </a:t>
            </a:r>
            <a:r>
              <a:rPr lang="en-IN" sz="2800" dirty="0" smtClean="0"/>
              <a:t>Inheritance</a:t>
            </a:r>
            <a:r>
              <a:rPr lang="en-IN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Hierarchy Inheritance.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Java doesn’t support Hybrid inheritance</a:t>
            </a:r>
            <a:r>
              <a:rPr lang="en-IN" sz="2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IN" sz="2800" dirty="0" smtClean="0"/>
              <a:t>Multiple inheritance is achieved by Interface.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1731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15292" y="1489165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1515292" y="2952206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15394" y="888275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4619897" y="1907178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9897" y="2926081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12183" y="888274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7284721" y="2325190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81310" y="2312128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0515" y="4050574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79431" y="4050574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0195" y="5447213"/>
            <a:ext cx="1397726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</a:t>
            </a:r>
            <a:endParaRPr lang="en-US" sz="2400" b="1" dirty="0"/>
          </a:p>
        </p:txBody>
      </p:sp>
      <p:sp>
        <p:nvSpPr>
          <p:cNvPr id="16" name="Down Arrow 15"/>
          <p:cNvSpPr/>
          <p:nvPr/>
        </p:nvSpPr>
        <p:spPr>
          <a:xfrm>
            <a:off x="2090057" y="2207623"/>
            <a:ext cx="222069" cy="7184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5214257" y="1489165"/>
            <a:ext cx="104503" cy="4180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5212081" y="2566852"/>
            <a:ext cx="106679" cy="3592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/>
          <p:cNvSpPr/>
          <p:nvPr/>
        </p:nvSpPr>
        <p:spPr>
          <a:xfrm>
            <a:off x="8325394" y="1609997"/>
            <a:ext cx="191589" cy="5976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9418320" y="1640478"/>
            <a:ext cx="191589" cy="5976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8586652" y="4750526"/>
            <a:ext cx="191589" cy="5976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7624" y="4800057"/>
            <a:ext cx="191589" cy="5976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815737" y="3981687"/>
            <a:ext cx="1306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Single</a:t>
            </a:r>
            <a:endParaRPr lang="en-US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531429" y="5586439"/>
            <a:ext cx="188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Multiple</a:t>
            </a:r>
          </a:p>
          <a:p>
            <a:r>
              <a:rPr lang="en-US" sz="2400" b="1" dirty="0" smtClean="0"/>
              <a:t>(interface)</a:t>
            </a:r>
            <a:endParaRPr lang="en-US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8384181" y="3101283"/>
            <a:ext cx="1894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Hierarchy</a:t>
            </a:r>
            <a:endParaRPr lang="en-US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4619897" y="3944984"/>
            <a:ext cx="1911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Multi-level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8590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84B7-12D1-A37F-BDA9-BE74A358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Keyword: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5599-0344-1856-C2AC-AC542E919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845" y="2417822"/>
            <a:ext cx="10064332" cy="3798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Super:</a:t>
            </a:r>
          </a:p>
          <a:p>
            <a:pPr lvl="1"/>
            <a:r>
              <a:rPr lang="en-US" sz="2400" dirty="0"/>
              <a:t>It is a reference variable that is used to </a:t>
            </a:r>
            <a:r>
              <a:rPr lang="en-US" sz="2400" b="1" dirty="0"/>
              <a:t>refer </a:t>
            </a:r>
            <a:r>
              <a:rPr lang="en-US" sz="2400" b="1" dirty="0" smtClean="0"/>
              <a:t>parent </a:t>
            </a:r>
            <a:r>
              <a:rPr lang="en-US" sz="2400" b="1" dirty="0"/>
              <a:t>class </a:t>
            </a:r>
            <a:r>
              <a:rPr lang="en-US" sz="2400" b="1" dirty="0" smtClean="0"/>
              <a:t>objects</a:t>
            </a:r>
            <a:r>
              <a:rPr lang="en-US" sz="2400" dirty="0"/>
              <a:t> </a:t>
            </a:r>
            <a:r>
              <a:rPr lang="en-US" sz="2400" b="1" dirty="0" smtClean="0"/>
              <a:t>and instance </a:t>
            </a:r>
            <a:r>
              <a:rPr lang="en-US" sz="2400" b="1" dirty="0"/>
              <a:t>variable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Used to invoke </a:t>
            </a:r>
            <a:r>
              <a:rPr lang="en-US" sz="2400" b="1" dirty="0"/>
              <a:t>parent class method and constructor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This:</a:t>
            </a:r>
          </a:p>
          <a:p>
            <a:pPr lvl="1"/>
            <a:r>
              <a:rPr lang="en-US" sz="2400" dirty="0"/>
              <a:t>This is a </a:t>
            </a:r>
            <a:r>
              <a:rPr lang="en-US" sz="2400" b="1" dirty="0"/>
              <a:t>reference variable </a:t>
            </a:r>
            <a:r>
              <a:rPr lang="en-US" sz="2400" dirty="0"/>
              <a:t>that refers to the </a:t>
            </a:r>
            <a:r>
              <a:rPr lang="en-US" sz="2400" b="1" dirty="0"/>
              <a:t>current object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Pass an argument in the Methos call and constructor </a:t>
            </a:r>
            <a:r>
              <a:rPr lang="en-US" sz="2400" dirty="0" smtClean="0"/>
              <a:t>call.</a:t>
            </a:r>
          </a:p>
          <a:p>
            <a:pPr lvl="1"/>
            <a:r>
              <a:rPr lang="en-US" sz="2400" dirty="0" smtClean="0"/>
              <a:t>Mostly used to </a:t>
            </a:r>
            <a:r>
              <a:rPr lang="en-US" sz="2400" b="1" dirty="0" smtClean="0"/>
              <a:t>access instance variable </a:t>
            </a:r>
            <a:r>
              <a:rPr lang="en-US" sz="2400" dirty="0" smtClean="0"/>
              <a:t>from class.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952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2B3F46-DF20-1610-569A-F6823E867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0023" y="2099733"/>
            <a:ext cx="6430589" cy="1920938"/>
          </a:xfrm>
        </p:spPr>
        <p:txBody>
          <a:bodyPr/>
          <a:lstStyle/>
          <a:p>
            <a:r>
              <a:rPr lang="en-IN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102917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A57A-5697-9937-32FC-9EC17C90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B46DD-F230-69EB-4595-026D39EF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8109" y="2394326"/>
            <a:ext cx="10233891" cy="4025900"/>
          </a:xfrm>
        </p:spPr>
        <p:txBody>
          <a:bodyPr>
            <a:noAutofit/>
          </a:bodyPr>
          <a:lstStyle/>
          <a:p>
            <a:r>
              <a:rPr lang="en-IN" sz="2200" dirty="0"/>
              <a:t>Same Person plays different role.</a:t>
            </a:r>
          </a:p>
          <a:p>
            <a:r>
              <a:rPr lang="en-IN" sz="2200" dirty="0"/>
              <a:t>Java does not support Operator Overloading.</a:t>
            </a:r>
          </a:p>
          <a:p>
            <a:pPr marL="0" indent="0">
              <a:buNone/>
            </a:pPr>
            <a:r>
              <a:rPr lang="en-IN" sz="2200" b="1" dirty="0"/>
              <a:t>Types:</a:t>
            </a:r>
          </a:p>
          <a:p>
            <a:pPr marL="457200" lvl="1" indent="0">
              <a:buNone/>
            </a:pPr>
            <a:r>
              <a:rPr lang="en-IN" sz="2200" b="1" dirty="0"/>
              <a:t>Overloading: (Compile time polymorphism)</a:t>
            </a:r>
          </a:p>
          <a:p>
            <a:pPr lvl="2"/>
            <a:r>
              <a:rPr lang="en-IN" sz="2200" dirty="0"/>
              <a:t>Method overloading.</a:t>
            </a:r>
          </a:p>
          <a:p>
            <a:pPr lvl="2"/>
            <a:r>
              <a:rPr lang="en-IN" sz="2200" dirty="0"/>
              <a:t>Constructor Overloading.</a:t>
            </a:r>
          </a:p>
          <a:p>
            <a:pPr marL="457200" lvl="1" indent="0">
              <a:buNone/>
            </a:pPr>
            <a:r>
              <a:rPr lang="en-IN" sz="2200" b="1" dirty="0"/>
              <a:t>Overriding: (Run time polymorphism)</a:t>
            </a:r>
          </a:p>
          <a:p>
            <a:pPr lvl="2"/>
            <a:r>
              <a:rPr lang="en-IN" sz="2200" dirty="0"/>
              <a:t>It used in Inheritance. </a:t>
            </a:r>
          </a:p>
          <a:p>
            <a:pPr lvl="2"/>
            <a:r>
              <a:rPr lang="en-IN" sz="2200" dirty="0"/>
              <a:t>Same method </a:t>
            </a:r>
            <a:r>
              <a:rPr lang="en-IN" sz="2200" dirty="0" smtClean="0"/>
              <a:t>name in </a:t>
            </a:r>
            <a:r>
              <a:rPr lang="en-IN" sz="2200" dirty="0"/>
              <a:t>super class and </a:t>
            </a:r>
            <a:r>
              <a:rPr lang="en-IN" sz="2200" dirty="0" smtClean="0"/>
              <a:t>subclass.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7086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09F5-632E-AFC4-8210-97BDCEEF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Contructor</a:t>
            </a:r>
            <a:r>
              <a:rPr lang="en-IN" dirty="0" smtClean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C4B1-C6E5-8DFE-84B1-BC9B83EEA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623" y="2487706"/>
            <a:ext cx="9991165" cy="4155141"/>
          </a:xfrm>
        </p:spPr>
        <p:txBody>
          <a:bodyPr>
            <a:normAutofit/>
          </a:bodyPr>
          <a:lstStyle/>
          <a:p>
            <a:r>
              <a:rPr lang="en-US" sz="2400" dirty="0"/>
              <a:t>A constructor always has the same name as  the class name.</a:t>
            </a:r>
          </a:p>
          <a:p>
            <a:r>
              <a:rPr lang="en-US" sz="2400" dirty="0"/>
              <a:t>Constructor doesn’t have any return type.</a:t>
            </a:r>
          </a:p>
          <a:p>
            <a:r>
              <a:rPr lang="en-US" sz="2400" dirty="0"/>
              <a:t>We can call a Methos without creating Object using Constructor.</a:t>
            </a:r>
          </a:p>
          <a:p>
            <a:r>
              <a:rPr lang="en-US" sz="2400" dirty="0"/>
              <a:t>Copy Constructor does not supported in Java.</a:t>
            </a:r>
          </a:p>
          <a:p>
            <a:pPr marL="0" indent="0">
              <a:buNone/>
            </a:pPr>
            <a:r>
              <a:rPr lang="en-US" sz="2400" b="1" dirty="0"/>
              <a:t>Types:</a:t>
            </a:r>
          </a:p>
          <a:p>
            <a:pPr lvl="1"/>
            <a:r>
              <a:rPr lang="en-US" sz="2400" dirty="0"/>
              <a:t>Default Constructor</a:t>
            </a:r>
          </a:p>
          <a:p>
            <a:pPr lvl="1"/>
            <a:r>
              <a:rPr lang="en-US" sz="2400" dirty="0"/>
              <a:t>Parameterized Constructor</a:t>
            </a:r>
          </a:p>
          <a:p>
            <a:pPr lvl="1"/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3075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9BF50F-F0CF-E072-82E2-8DD0C31E2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6575" y="2099733"/>
            <a:ext cx="6444037" cy="1826808"/>
          </a:xfrm>
        </p:spPr>
        <p:txBody>
          <a:bodyPr/>
          <a:lstStyle/>
          <a:p>
            <a:r>
              <a:rPr lang="en-IN" dirty="0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156037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6512-6F0D-F91D-3625-38A5AFC4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E397-48CF-6A65-008B-ACFB95FE1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376" y="2526212"/>
            <a:ext cx="8825659" cy="39577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Binding of data with method.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Abstraction + data hiding</a:t>
            </a:r>
            <a:r>
              <a:rPr lang="en-IN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Access Specifier used to </a:t>
            </a:r>
            <a:r>
              <a:rPr lang="en-IN" sz="2400" b="1" dirty="0"/>
              <a:t>secure</a:t>
            </a:r>
            <a:r>
              <a:rPr lang="en-IN" sz="2400" dirty="0"/>
              <a:t> the data.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Only way to access the variable is </a:t>
            </a:r>
            <a:r>
              <a:rPr lang="en-IN" sz="2400" b="1" dirty="0"/>
              <a:t>calling Method</a:t>
            </a:r>
            <a:r>
              <a:rPr lang="en-IN" sz="2400" dirty="0"/>
              <a:t>s like</a:t>
            </a:r>
          </a:p>
          <a:p>
            <a:pPr lvl="2">
              <a:lnSpc>
                <a:spcPct val="150000"/>
              </a:lnSpc>
            </a:pPr>
            <a:r>
              <a:rPr lang="en-IN" sz="2400" dirty="0"/>
              <a:t>Setter  </a:t>
            </a:r>
          </a:p>
          <a:p>
            <a:pPr lvl="2"/>
            <a:r>
              <a:rPr lang="en-IN" sz="2400" dirty="0" smtClean="0"/>
              <a:t>Getter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221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0232C-8D75-34B1-0470-DD2FBE031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8247" y="2099732"/>
            <a:ext cx="5852366" cy="1799915"/>
          </a:xfrm>
        </p:spPr>
        <p:txBody>
          <a:bodyPr/>
          <a:lstStyle/>
          <a:p>
            <a:r>
              <a:rPr lang="en-IN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223538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2B80-AAE0-31CF-33E9-B798D644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38D29-7AEE-9A63-9F67-7A6E48A2F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903" y="2674743"/>
            <a:ext cx="9710270" cy="395696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IN" sz="2400" dirty="0"/>
              <a:t>Hiding background details by providing </a:t>
            </a:r>
            <a:r>
              <a:rPr lang="en-IN" sz="2400" b="1" dirty="0"/>
              <a:t>only essential data</a:t>
            </a:r>
            <a:r>
              <a:rPr lang="en-IN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IN" sz="2400" dirty="0"/>
              <a:t>We </a:t>
            </a:r>
            <a:r>
              <a:rPr lang="en-IN" sz="2400" b="1" dirty="0"/>
              <a:t>cannot create Object </a:t>
            </a:r>
            <a:r>
              <a:rPr lang="en-IN" sz="2400" dirty="0"/>
              <a:t>for abstract class.</a:t>
            </a:r>
          </a:p>
          <a:p>
            <a:pPr>
              <a:lnSpc>
                <a:spcPct val="110000"/>
              </a:lnSpc>
            </a:pPr>
            <a:r>
              <a:rPr lang="en-IN" sz="2400" dirty="0"/>
              <a:t>An abstract class must be declare with an </a:t>
            </a:r>
            <a:r>
              <a:rPr lang="en-IN" sz="2400" b="1" dirty="0"/>
              <a:t>abstract keyword</a:t>
            </a:r>
            <a:r>
              <a:rPr lang="en-IN" sz="24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400" b="1" dirty="0" smtClean="0"/>
              <a:t>Syntax</a:t>
            </a:r>
            <a:r>
              <a:rPr lang="en-IN" sz="2400" b="1" dirty="0"/>
              <a:t>: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IN" sz="2400" b="1" dirty="0" smtClean="0"/>
              <a:t>abstract </a:t>
            </a:r>
            <a:r>
              <a:rPr lang="en-IN" sz="2400" b="1" dirty="0"/>
              <a:t>class</a:t>
            </a:r>
            <a:r>
              <a:rPr lang="en-IN" sz="2400" dirty="0"/>
              <a:t> &lt;className&gt; {  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IN" sz="2400" b="1" dirty="0"/>
              <a:t>	</a:t>
            </a:r>
            <a:r>
              <a:rPr lang="en-IN" sz="2400" b="1" dirty="0" smtClean="0"/>
              <a:t>   abstract</a:t>
            </a:r>
            <a:r>
              <a:rPr lang="en-IN" sz="2400" dirty="0" smtClean="0"/>
              <a:t> </a:t>
            </a:r>
            <a:r>
              <a:rPr lang="en-IN" sz="2400" dirty="0"/>
              <a:t>&lt;methodName&gt;(); </a:t>
            </a:r>
            <a:r>
              <a:rPr lang="en-IN" sz="2400" dirty="0">
                <a:sym typeface="Wingdings" panose="05000000000000000000" pitchFamily="2" charset="2"/>
              </a:rPr>
              <a:t> </a:t>
            </a:r>
            <a:r>
              <a:rPr lang="en-IN" sz="2400" b="1" dirty="0">
                <a:sym typeface="Wingdings" panose="05000000000000000000" pitchFamily="2" charset="2"/>
              </a:rPr>
              <a:t>only </a:t>
            </a:r>
            <a:r>
              <a:rPr lang="en-IN" sz="2400" b="1" dirty="0" smtClean="0">
                <a:sym typeface="Wingdings" panose="05000000000000000000" pitchFamily="2" charset="2"/>
              </a:rPr>
              <a:t>declaration</a:t>
            </a:r>
            <a:r>
              <a:rPr lang="en-IN" sz="2400" dirty="0" smtClean="0"/>
              <a:t> 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IN" sz="2400" dirty="0" smtClean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5144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79323C-A4E3-3A69-7FC4-76F32FABA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9" y="2099733"/>
            <a:ext cx="5408613" cy="1773020"/>
          </a:xfrm>
        </p:spPr>
        <p:txBody>
          <a:bodyPr/>
          <a:lstStyle/>
          <a:p>
            <a:r>
              <a:rPr lang="en-IN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47213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9C42-5F18-BBFC-796E-4CCA582F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7ACC-E309-ED21-0AC1-8EB2D171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3068" y="2442134"/>
            <a:ext cx="8634096" cy="4012454"/>
          </a:xfrm>
        </p:spPr>
        <p:txBody>
          <a:bodyPr>
            <a:normAutofit/>
          </a:bodyPr>
          <a:lstStyle/>
          <a:p>
            <a:r>
              <a:rPr lang="en-US" sz="2400" dirty="0"/>
              <a:t>The interface in Java is a mechanism to </a:t>
            </a:r>
            <a:r>
              <a:rPr lang="en-US" sz="2400" b="1" dirty="0"/>
              <a:t>achieve abstraction</a:t>
            </a:r>
            <a:r>
              <a:rPr lang="en-US" sz="2400" b="1" dirty="0" smtClean="0"/>
              <a:t>. </a:t>
            </a:r>
          </a:p>
          <a:p>
            <a:r>
              <a:rPr lang="en-US" sz="2400" dirty="0" smtClean="0"/>
              <a:t>By </a:t>
            </a:r>
            <a:r>
              <a:rPr lang="en-US" sz="2400" dirty="0"/>
              <a:t>interface, we can support the functionality of </a:t>
            </a:r>
            <a:r>
              <a:rPr lang="en-US" sz="2400" b="1" dirty="0"/>
              <a:t>multiple inheritance.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Keywords:</a:t>
            </a:r>
          </a:p>
          <a:p>
            <a:pPr lvl="1"/>
            <a:r>
              <a:rPr lang="en-US" sz="2400" dirty="0"/>
              <a:t>class to class → </a:t>
            </a:r>
            <a:r>
              <a:rPr lang="en-US" sz="2400" b="1" dirty="0"/>
              <a:t>extends</a:t>
            </a:r>
          </a:p>
          <a:p>
            <a:pPr lvl="1"/>
            <a:r>
              <a:rPr lang="en-US" sz="2400" dirty="0"/>
              <a:t>class to interface → </a:t>
            </a:r>
            <a:r>
              <a:rPr lang="en-US" sz="2400" b="1" dirty="0"/>
              <a:t>implements</a:t>
            </a:r>
          </a:p>
          <a:p>
            <a:pPr lvl="1"/>
            <a:r>
              <a:rPr lang="en-US" sz="2400" dirty="0"/>
              <a:t>Interface to interface → </a:t>
            </a:r>
            <a:r>
              <a:rPr lang="en-US" sz="2400" b="1" dirty="0"/>
              <a:t>extends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4673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EE42-CB28-BF2E-D336-112D20E2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Syntax:</a:t>
            </a:r>
            <a:endParaRPr lang="en-IN" dirty="0"/>
          </a:p>
        </p:txBody>
      </p:sp>
      <p:pic>
        <p:nvPicPr>
          <p:cNvPr id="1026" name="Picture 2" descr="interface in java">
            <a:extLst>
              <a:ext uri="{FF2B5EF4-FFF2-40B4-BE49-F238E27FC236}">
                <a16:creationId xmlns:a16="http://schemas.microsoft.com/office/drawing/2014/main" id="{89D1DA31-E7A1-7709-846C-9FAC56ACDC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44" y="4226669"/>
            <a:ext cx="9986311" cy="219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37ED92-4365-65CC-C271-CE59E700E855}"/>
              </a:ext>
            </a:extLst>
          </p:cNvPr>
          <p:cNvSpPr txBox="1"/>
          <p:nvPr/>
        </p:nvSpPr>
        <p:spPr>
          <a:xfrm>
            <a:off x="1896034" y="2427000"/>
            <a:ext cx="6454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Interface</a:t>
            </a:r>
            <a:r>
              <a:rPr lang="en-US" sz="2400" dirty="0"/>
              <a:t> &lt;interfaceName&gt;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	//statements;</a:t>
            </a:r>
          </a:p>
          <a:p>
            <a:r>
              <a:rPr lang="en-US" sz="2400" dirty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9966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E2ED07-7203-730B-7AB2-25A8FB6A4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7329" y="2099733"/>
            <a:ext cx="7143284" cy="1894043"/>
          </a:xfrm>
        </p:spPr>
        <p:txBody>
          <a:bodyPr/>
          <a:lstStyle/>
          <a:p>
            <a:r>
              <a:rPr lang="en-IN" dirty="0"/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13128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4E98-526D-608E-4F03-F4F615A56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EE72E-8E8B-0922-8E38-15D271362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354" y="2434054"/>
            <a:ext cx="9365264" cy="4040637"/>
          </a:xfrm>
        </p:spPr>
        <p:txBody>
          <a:bodyPr>
            <a:noAutofit/>
          </a:bodyPr>
          <a:lstStyle/>
          <a:p>
            <a:r>
              <a:rPr lang="en-US" sz="2400" dirty="0"/>
              <a:t>Exception is a problem that arise during the execution time  </a:t>
            </a:r>
          </a:p>
          <a:p>
            <a:r>
              <a:rPr lang="en-US" sz="2400" dirty="0"/>
              <a:t>An abnormal event which stops the program abruptly is called Error.</a:t>
            </a:r>
          </a:p>
          <a:p>
            <a:r>
              <a:rPr lang="en-US" sz="2400" dirty="0"/>
              <a:t>Exception handling is a mechanism to handle errors in the </a:t>
            </a:r>
            <a:r>
              <a:rPr lang="en-US" sz="2400" dirty="0" smtClean="0"/>
              <a:t>runtime. So </a:t>
            </a:r>
            <a:r>
              <a:rPr lang="en-US" sz="2400" dirty="0"/>
              <a:t>that the normal flow of the application is maintained.</a:t>
            </a:r>
          </a:p>
          <a:p>
            <a:pPr marL="0" indent="0">
              <a:buNone/>
            </a:pPr>
            <a:r>
              <a:rPr lang="en-US" sz="2400" b="1" dirty="0" smtClean="0"/>
              <a:t>	Keywords</a:t>
            </a:r>
            <a:r>
              <a:rPr lang="en-US" sz="2400" b="1" dirty="0"/>
              <a:t>:</a:t>
            </a:r>
          </a:p>
          <a:p>
            <a:pPr marL="457200" lvl="1" indent="0">
              <a:buNone/>
            </a:pPr>
            <a:r>
              <a:rPr lang="en-US" sz="2400" dirty="0"/>
              <a:t>	1. Try						2. Catch	</a:t>
            </a:r>
          </a:p>
          <a:p>
            <a:pPr marL="457200" lvl="1" indent="0">
              <a:buNone/>
            </a:pPr>
            <a:r>
              <a:rPr lang="en-US" sz="2400" dirty="0"/>
              <a:t>	3. Throw					4.  </a:t>
            </a:r>
            <a:r>
              <a:rPr lang="en-US" sz="2400" dirty="0" smtClean="0"/>
              <a:t>Throws</a:t>
            </a:r>
            <a:r>
              <a:rPr lang="en-US" sz="2400" dirty="0"/>
              <a:t>	</a:t>
            </a:r>
            <a:r>
              <a:rPr lang="en-US" sz="2400" dirty="0" smtClean="0"/>
              <a:t>	</a:t>
            </a:r>
            <a:r>
              <a:rPr lang="en-US" sz="2400" dirty="0"/>
              <a:t>5. </a:t>
            </a:r>
            <a:r>
              <a:rPr lang="en-US" sz="2400" dirty="0" smtClean="0"/>
              <a:t>Finally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43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D4C7-69A4-B7CC-EF3A-F5FA86D3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Exception: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CB54-729A-5F0D-32F0-758F3C74A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2425" y="2407023"/>
            <a:ext cx="9145492" cy="4007223"/>
          </a:xfrm>
        </p:spPr>
        <p:txBody>
          <a:bodyPr>
            <a:normAutofit/>
          </a:bodyPr>
          <a:lstStyle/>
          <a:p>
            <a:r>
              <a:rPr lang="en-US" sz="2400" dirty="0"/>
              <a:t>Exception</a:t>
            </a:r>
          </a:p>
          <a:p>
            <a:r>
              <a:rPr lang="en-US" sz="2400" dirty="0"/>
              <a:t>Built in exception</a:t>
            </a:r>
          </a:p>
          <a:p>
            <a:r>
              <a:rPr lang="en-US" sz="2400" dirty="0"/>
              <a:t>User defined exception</a:t>
            </a:r>
          </a:p>
          <a:p>
            <a:r>
              <a:rPr lang="en-US" sz="2400" dirty="0"/>
              <a:t>Arithmetic exception</a:t>
            </a:r>
          </a:p>
          <a:p>
            <a:r>
              <a:rPr lang="en-US" sz="2400" dirty="0"/>
              <a:t>Array index out of bound exception</a:t>
            </a:r>
          </a:p>
          <a:p>
            <a:r>
              <a:rPr lang="en-US" sz="2400" dirty="0"/>
              <a:t>Class not found exception</a:t>
            </a:r>
          </a:p>
          <a:p>
            <a:r>
              <a:rPr lang="en-US" sz="2400" dirty="0"/>
              <a:t>Io exception</a:t>
            </a:r>
          </a:p>
          <a:p>
            <a:r>
              <a:rPr lang="en-US" sz="2400" dirty="0"/>
              <a:t>Interrupt exception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9890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10546" y="2669309"/>
            <a:ext cx="3278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END</a:t>
            </a:r>
            <a:endParaRPr lang="en-US" sz="8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01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86909" y="2099733"/>
            <a:ext cx="6193703" cy="1539394"/>
          </a:xfrm>
        </p:spPr>
        <p:txBody>
          <a:bodyPr/>
          <a:lstStyle/>
          <a:p>
            <a:r>
              <a:rPr lang="en-US" dirty="0" smtClean="0"/>
              <a:t>Advance Java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786909" y="3528291"/>
            <a:ext cx="5796540" cy="861420"/>
          </a:xfrm>
        </p:spPr>
        <p:txBody>
          <a:bodyPr/>
          <a:lstStyle/>
          <a:p>
            <a:r>
              <a:rPr lang="en-US" dirty="0" smtClean="0"/>
              <a:t>J2EE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05C52-C11C-66FB-3EC8-034C40FB9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7529" y="2099733"/>
            <a:ext cx="5543084" cy="1867149"/>
          </a:xfrm>
        </p:spPr>
        <p:txBody>
          <a:bodyPr/>
          <a:lstStyle/>
          <a:p>
            <a:r>
              <a:rPr lang="en-IN" dirty="0"/>
              <a:t>Thread</a:t>
            </a:r>
          </a:p>
        </p:txBody>
      </p:sp>
    </p:spTree>
    <p:extLst>
      <p:ext uri="{BB962C8B-B14F-4D97-AF65-F5344CB8AC3E}">
        <p14:creationId xmlns:p14="http://schemas.microsoft.com/office/powerpoint/2010/main" val="37547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6AA1-C16B-F0FC-29F5-C94E39A8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A3166-D175-B22F-9D30-249F0229A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4240" y="2371505"/>
            <a:ext cx="9326960" cy="4146924"/>
          </a:xfrm>
        </p:spPr>
        <p:txBody>
          <a:bodyPr>
            <a:normAutofit/>
          </a:bodyPr>
          <a:lstStyle/>
          <a:p>
            <a:r>
              <a:rPr lang="en-US" sz="2400" dirty="0"/>
              <a:t>A Thread is similar to a </a:t>
            </a:r>
            <a:r>
              <a:rPr lang="en-US" sz="2400" b="1" dirty="0"/>
              <a:t>Sequential program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Collection </a:t>
            </a:r>
            <a:r>
              <a:rPr lang="en-US" sz="2400" dirty="0"/>
              <a:t>of thread is called as process.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thread is not a program on its own but runs within a program.</a:t>
            </a:r>
          </a:p>
          <a:p>
            <a:r>
              <a:rPr lang="en-US" sz="2400" dirty="0"/>
              <a:t>Every program has at least one thread that is called the </a:t>
            </a:r>
            <a:r>
              <a:rPr lang="en-US" sz="2400" b="1" dirty="0"/>
              <a:t>Primary thread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thread is also known as a </a:t>
            </a:r>
            <a:r>
              <a:rPr lang="en-US" sz="2400" b="1" dirty="0"/>
              <a:t>lightweight processor</a:t>
            </a:r>
            <a:r>
              <a:rPr lang="en-US" sz="2400" dirty="0"/>
              <a:t> </a:t>
            </a:r>
            <a:r>
              <a:rPr lang="en-US" sz="2400" b="1" dirty="0"/>
              <a:t>execution</a:t>
            </a:r>
            <a:r>
              <a:rPr lang="en-US" sz="2400" dirty="0"/>
              <a:t> context.</a:t>
            </a:r>
          </a:p>
          <a:p>
            <a:r>
              <a:rPr lang="en-US" sz="2400" dirty="0"/>
              <a:t>We can create more threads when necessary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547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019A-65FE-7454-F098-92AEFBC2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Multitasking:</a:t>
            </a:r>
          </a:p>
        </p:txBody>
      </p:sp>
      <p:pic>
        <p:nvPicPr>
          <p:cNvPr id="1028" name="Picture 4" descr="Multithreading in Java - javatpoint">
            <a:extLst>
              <a:ext uri="{FF2B5EF4-FFF2-40B4-BE49-F238E27FC236}">
                <a16:creationId xmlns:a16="http://schemas.microsoft.com/office/drawing/2014/main" id="{A643BBB8-57B3-A26F-D1BE-BC944EE9C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552" y="2303081"/>
            <a:ext cx="4063813" cy="433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2B404A-C593-2A90-1708-34B9BC161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1437"/>
            <a:ext cx="5649258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Process Based:</a:t>
            </a:r>
          </a:p>
          <a:p>
            <a:pPr lvl="1"/>
            <a:r>
              <a:rPr lang="en-US" sz="2400" spc="-5" dirty="0">
                <a:latin typeface="Trebuchet MS"/>
                <a:cs typeface="Trebuchet MS"/>
              </a:rPr>
              <a:t>Co</a:t>
            </a:r>
            <a:r>
              <a:rPr lang="en-US" sz="2400" b="1" spc="-5" dirty="0">
                <a:latin typeface="Trebuchet MS"/>
                <a:cs typeface="Trebuchet MS"/>
              </a:rPr>
              <a:t>ll</a:t>
            </a:r>
            <a:r>
              <a:rPr lang="en-US" sz="2400" spc="-75" dirty="0">
                <a:latin typeface="Trebuchet MS"/>
                <a:cs typeface="Trebuchet MS"/>
              </a:rPr>
              <a:t>ection</a:t>
            </a:r>
            <a:r>
              <a:rPr lang="en-US" sz="2400" spc="60" dirty="0">
                <a:latin typeface="Trebuchet MS"/>
                <a:cs typeface="Trebuchet MS"/>
              </a:rPr>
              <a:t> </a:t>
            </a:r>
            <a:r>
              <a:rPr lang="en-US" sz="2400" spc="-10" dirty="0">
                <a:latin typeface="Trebuchet MS"/>
                <a:cs typeface="Trebuchet MS"/>
              </a:rPr>
              <a:t>of</a:t>
            </a:r>
            <a:r>
              <a:rPr lang="en-US" sz="2400" spc="-204" dirty="0">
                <a:latin typeface="Trebuchet MS"/>
                <a:cs typeface="Trebuchet MS"/>
              </a:rPr>
              <a:t> </a:t>
            </a:r>
            <a:r>
              <a:rPr lang="en-US" sz="2400" spc="-30" dirty="0">
                <a:latin typeface="Trebuchet MS"/>
                <a:cs typeface="Trebuchet MS"/>
              </a:rPr>
              <a:t>thread </a:t>
            </a:r>
            <a:r>
              <a:rPr lang="en-US" sz="2400" spc="-395" dirty="0">
                <a:latin typeface="Trebuchet MS"/>
                <a:cs typeface="Trebuchet MS"/>
              </a:rPr>
              <a:t> </a:t>
            </a:r>
            <a:r>
              <a:rPr lang="en-US" sz="2400" spc="25" dirty="0">
                <a:latin typeface="Trebuchet MS"/>
                <a:cs typeface="Trebuchet MS"/>
              </a:rPr>
              <a:t>is</a:t>
            </a:r>
            <a:r>
              <a:rPr lang="en-US" sz="2400" spc="-250" dirty="0">
                <a:latin typeface="Trebuchet MS"/>
                <a:cs typeface="Trebuchet MS"/>
              </a:rPr>
              <a:t> </a:t>
            </a:r>
            <a:r>
              <a:rPr lang="en-US" sz="2400" spc="20" dirty="0">
                <a:latin typeface="Trebuchet MS"/>
                <a:cs typeface="Trebuchet MS"/>
              </a:rPr>
              <a:t>known</a:t>
            </a:r>
            <a:r>
              <a:rPr lang="en-US" sz="2400" spc="-225" dirty="0">
                <a:latin typeface="Trebuchet MS"/>
                <a:cs typeface="Trebuchet MS"/>
              </a:rPr>
              <a:t> </a:t>
            </a:r>
            <a:r>
              <a:rPr lang="en-US" sz="2400" spc="-75" dirty="0">
                <a:latin typeface="Trebuchet MS"/>
                <a:cs typeface="Trebuchet MS"/>
              </a:rPr>
              <a:t>as </a:t>
            </a:r>
            <a:r>
              <a:rPr lang="en-US" sz="2400" spc="-100" dirty="0">
                <a:latin typeface="Trebuchet MS"/>
                <a:cs typeface="Trebuchet MS"/>
              </a:rPr>
              <a:t>process.</a:t>
            </a:r>
            <a:endParaRPr lang="en-US" sz="2400" dirty="0">
              <a:latin typeface="Trebuchet MS"/>
              <a:cs typeface="Trebuchet MS"/>
            </a:endParaRPr>
          </a:p>
          <a:p>
            <a:pPr marL="457200" lvl="1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800" b="1" dirty="0"/>
              <a:t>Thread Based:</a:t>
            </a:r>
          </a:p>
          <a:p>
            <a:pPr lvl="1"/>
            <a:r>
              <a:rPr lang="en-US" sz="2400" dirty="0">
                <a:latin typeface="Trebuchet MS"/>
                <a:cs typeface="Trebuchet MS"/>
              </a:rPr>
              <a:t>Individual</a:t>
            </a:r>
            <a:r>
              <a:rPr lang="en-US" sz="2400" spc="-290" dirty="0">
                <a:latin typeface="Trebuchet MS"/>
                <a:cs typeface="Trebuchet MS"/>
              </a:rPr>
              <a:t> </a:t>
            </a:r>
            <a:r>
              <a:rPr lang="en-US" sz="2400" spc="-30" dirty="0">
                <a:latin typeface="Trebuchet MS"/>
                <a:cs typeface="Trebuchet MS"/>
              </a:rPr>
              <a:t>thread</a:t>
            </a:r>
            <a:r>
              <a:rPr lang="en-US" sz="2400" spc="-395" dirty="0">
                <a:latin typeface="Trebuchet MS"/>
                <a:cs typeface="Trebuchet MS"/>
              </a:rPr>
              <a:t>  </a:t>
            </a:r>
            <a:r>
              <a:rPr lang="en-US" sz="2400" spc="75" dirty="0">
                <a:latin typeface="Trebuchet MS"/>
                <a:cs typeface="Trebuchet MS"/>
              </a:rPr>
              <a:t>working on</a:t>
            </a:r>
            <a:r>
              <a:rPr lang="en-US" sz="2400" spc="-305" dirty="0">
                <a:latin typeface="Trebuchet MS"/>
                <a:cs typeface="Trebuchet MS"/>
              </a:rPr>
              <a:t> </a:t>
            </a:r>
            <a:r>
              <a:rPr lang="en-US" sz="2400" spc="60" dirty="0">
                <a:latin typeface="Trebuchet MS"/>
                <a:cs typeface="Trebuchet MS"/>
              </a:rPr>
              <a:t>a</a:t>
            </a:r>
            <a:r>
              <a:rPr lang="en-US" sz="2400" spc="-250" dirty="0">
                <a:latin typeface="Trebuchet MS"/>
                <a:cs typeface="Trebuchet MS"/>
              </a:rPr>
              <a:t> </a:t>
            </a:r>
            <a:r>
              <a:rPr lang="en-US" sz="2400" spc="-15" dirty="0">
                <a:latin typeface="Trebuchet MS"/>
                <a:cs typeface="Trebuchet MS"/>
              </a:rPr>
              <a:t>single </a:t>
            </a:r>
            <a:r>
              <a:rPr lang="en-US" sz="2400" spc="-35" dirty="0">
                <a:latin typeface="Trebuchet MS"/>
                <a:cs typeface="Trebuchet MS"/>
              </a:rPr>
              <a:t>program.</a:t>
            </a:r>
            <a:endParaRPr lang="en-US"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2067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CF3A-C6E1-2F03-59BF-5E049C4A2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135033"/>
            <a:ext cx="8761413" cy="706964"/>
          </a:xfrm>
        </p:spPr>
        <p:txBody>
          <a:bodyPr/>
          <a:lstStyle/>
          <a:p>
            <a:r>
              <a:rPr lang="en-IN" dirty="0"/>
              <a:t>Multi-Threading: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0EF5A-E0CE-AC90-C961-F92AB8115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446" y="2585366"/>
            <a:ext cx="9296263" cy="3547579"/>
          </a:xfrm>
        </p:spPr>
        <p:txBody>
          <a:bodyPr>
            <a:normAutofit/>
          </a:bodyPr>
          <a:lstStyle/>
          <a:p>
            <a:r>
              <a:rPr lang="en-IN" sz="2400" dirty="0"/>
              <a:t>Java is a </a:t>
            </a:r>
            <a:r>
              <a:rPr lang="en-IN" sz="2400" b="1" dirty="0"/>
              <a:t>multithreaded programming </a:t>
            </a:r>
            <a:r>
              <a:rPr lang="en-IN" sz="2400" dirty="0"/>
              <a:t>language.</a:t>
            </a:r>
          </a:p>
          <a:p>
            <a:r>
              <a:rPr lang="en-IN" sz="2400" dirty="0"/>
              <a:t>Multithreading extends the idea of multitasking into applications where you can  </a:t>
            </a:r>
            <a:r>
              <a:rPr lang="en-IN" sz="2400" b="1" dirty="0"/>
              <a:t>subdivide specific operations </a:t>
            </a:r>
            <a:r>
              <a:rPr lang="en-IN" sz="2400" dirty="0"/>
              <a:t>within a single application into individual threads.</a:t>
            </a:r>
          </a:p>
          <a:p>
            <a:r>
              <a:rPr lang="en-IN" sz="2400" dirty="0"/>
              <a:t>Each of the threads can </a:t>
            </a:r>
            <a:r>
              <a:rPr lang="en-IN" sz="2400" b="1" dirty="0"/>
              <a:t>run in parallel</a:t>
            </a:r>
            <a:r>
              <a:rPr lang="en-IN" sz="2400" dirty="0"/>
              <a:t>.</a:t>
            </a:r>
          </a:p>
          <a:p>
            <a:r>
              <a:rPr lang="en-IN" sz="2400" dirty="0"/>
              <a:t>The OS divides processing time not only among different applications, but also among each thread within an </a:t>
            </a:r>
            <a:r>
              <a:rPr lang="en-IN" sz="2400" dirty="0" smtClean="0"/>
              <a:t>application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163493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C171-6110-E75F-1ADA-2106E765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47" y="1116106"/>
            <a:ext cx="8761413" cy="806824"/>
          </a:xfrm>
        </p:spPr>
        <p:txBody>
          <a:bodyPr/>
          <a:lstStyle/>
          <a:p>
            <a:r>
              <a:rPr lang="en-IN" dirty="0"/>
              <a:t>Create Thread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F45B-8020-BD2A-383F-3B488EAD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52488"/>
            <a:ext cx="9790952" cy="4250017"/>
          </a:xfrm>
        </p:spPr>
        <p:txBody>
          <a:bodyPr>
            <a:normAutofit/>
          </a:bodyPr>
          <a:lstStyle/>
          <a:p>
            <a:r>
              <a:rPr lang="en-IN" sz="2000" b="1" dirty="0"/>
              <a:t>Implementing Runnable Interface:</a:t>
            </a:r>
            <a:endParaRPr lang="en-US" sz="2000" b="1" dirty="0"/>
          </a:p>
          <a:p>
            <a:pPr lvl="1"/>
            <a:r>
              <a:rPr lang="en-US" sz="2000" dirty="0"/>
              <a:t>If your class is intended to be executed as a Thread then you can achieve this by implementing Runnable interface.</a:t>
            </a:r>
          </a:p>
          <a:p>
            <a:pPr lvl="1"/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Threads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implements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Runnable</a:t>
            </a:r>
            <a:endParaRPr lang="en-US" sz="2400" dirty="0"/>
          </a:p>
          <a:p>
            <a:r>
              <a:rPr lang="en-IN" sz="2000" b="1" dirty="0"/>
              <a:t>Extending Thread Class: </a:t>
            </a:r>
          </a:p>
          <a:p>
            <a:pPr lvl="1"/>
            <a:r>
              <a:rPr lang="en-US" sz="2000" dirty="0"/>
              <a:t>The second way to create a thread is to create a new class that extends Thread class.</a:t>
            </a:r>
          </a:p>
          <a:p>
            <a:pPr lvl="1"/>
            <a:r>
              <a:rPr lang="en-US" sz="2000" dirty="0"/>
              <a:t>This approach provides more flexibility in handling multiple threads created using available methods in Thread class.</a:t>
            </a:r>
          </a:p>
          <a:p>
            <a:pPr lvl="1"/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threadCls </a:t>
            </a:r>
            <a:r>
              <a:rPr lang="en-US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extends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Thread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25942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F1E0-E939-47C4-FB76-6D2455DB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26" y="1139922"/>
            <a:ext cx="8761413" cy="706964"/>
          </a:xfrm>
        </p:spPr>
        <p:txBody>
          <a:bodyPr/>
          <a:lstStyle/>
          <a:p>
            <a:r>
              <a:rPr lang="en-IN" b="1" dirty="0"/>
              <a:t>Life Cycle of a Thread: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FA3E5-B425-6641-7171-CB121E23B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26" y="2421150"/>
            <a:ext cx="10769191" cy="435684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 thread goes through various stages in its lifecycle.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	    </a:t>
            </a:r>
            <a:r>
              <a:rPr lang="en-US" sz="2400" b="1" dirty="0"/>
              <a:t>initialize </a:t>
            </a:r>
            <a:r>
              <a:rPr lang="en-US" sz="2400" b="1" dirty="0">
                <a:sym typeface="Wingdings" panose="05000000000000000000" pitchFamily="2" charset="2"/>
              </a:rPr>
              <a:t>  </a:t>
            </a:r>
            <a:r>
              <a:rPr lang="en-US" sz="2400" b="1" dirty="0"/>
              <a:t>start 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Runnable </a:t>
            </a:r>
            <a:r>
              <a:rPr lang="en-US" sz="2400" b="1" dirty="0">
                <a:sym typeface="Wingdings" panose="05000000000000000000" pitchFamily="2" charset="2"/>
              </a:rPr>
              <a:t>(waiting)  </a:t>
            </a:r>
            <a:r>
              <a:rPr lang="en-US" sz="2400" b="1" dirty="0"/>
              <a:t>Not Runnable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Dead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Pre-defined Methods:</a:t>
            </a:r>
          </a:p>
          <a:p>
            <a:pPr lvl="4">
              <a:lnSpc>
                <a:spcPct val="110000"/>
              </a:lnSpc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Start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</a:p>
          <a:p>
            <a:pPr lvl="4">
              <a:lnSpc>
                <a:spcPct val="110000"/>
              </a:lnSpc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Run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</a:p>
          <a:p>
            <a:pPr lvl="4">
              <a:lnSpc>
                <a:spcPct val="110000"/>
              </a:lnSpc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Wait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</a:p>
          <a:p>
            <a:pPr lvl="4">
              <a:lnSpc>
                <a:spcPct val="110000"/>
              </a:lnSpc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Notify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</a:p>
          <a:p>
            <a:pPr lvl="4">
              <a:lnSpc>
                <a:spcPct val="110000"/>
              </a:lnSpc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Sleep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91667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974D-D09E-EBF0-2B12-67C47A6D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121586"/>
            <a:ext cx="8761413" cy="706964"/>
          </a:xfrm>
        </p:spPr>
        <p:txBody>
          <a:bodyPr/>
          <a:lstStyle/>
          <a:p>
            <a:r>
              <a:rPr lang="en-IN" dirty="0"/>
              <a:t>Daemon Thread: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EBADD-AE90-A383-72C3-EC844441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861" y="2399214"/>
            <a:ext cx="8711249" cy="4187264"/>
          </a:xfrm>
        </p:spPr>
        <p:txBody>
          <a:bodyPr>
            <a:normAutofit/>
          </a:bodyPr>
          <a:lstStyle/>
          <a:p>
            <a:r>
              <a:rPr lang="en-IN" sz="2400" dirty="0"/>
              <a:t>It provides background support for user threads.</a:t>
            </a:r>
          </a:p>
          <a:p>
            <a:r>
              <a:rPr lang="en-IN" sz="2400" dirty="0"/>
              <a:t>It is a Service provider.</a:t>
            </a:r>
          </a:p>
          <a:p>
            <a:r>
              <a:rPr lang="en-IN" sz="2400" dirty="0"/>
              <a:t>When a user thread dies JVM will terminate the Daemon thread.</a:t>
            </a:r>
          </a:p>
          <a:p>
            <a:pPr lvl="1"/>
            <a:r>
              <a:rPr lang="en-IN" sz="2400" dirty="0"/>
              <a:t> </a:t>
            </a:r>
            <a:r>
              <a:rPr lang="en-IN" sz="2400" dirty="0" smtClean="0"/>
              <a:t> To specify or create a daemon thread…</a:t>
            </a:r>
          </a:p>
          <a:p>
            <a:pPr marL="914400" lvl="2" indent="0">
              <a:buNone/>
            </a:pPr>
            <a:r>
              <a:rPr lang="en-IN" sz="2400" b="1" dirty="0" smtClean="0">
                <a:solidFill>
                  <a:srgbClr val="6A3E3E"/>
                </a:solidFill>
                <a:latin typeface="Courier New" panose="02070309020205020404" pitchFamily="49" charset="0"/>
              </a:rPr>
              <a:t>	t1</a:t>
            </a:r>
            <a:r>
              <a:rPr lang="en-IN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.setDaemon(</a:t>
            </a:r>
            <a:r>
              <a:rPr lang="en-IN" sz="24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true</a:t>
            </a:r>
            <a:r>
              <a:rPr lang="en-IN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IN" sz="2400" b="1" dirty="0" smtClean="0"/>
          </a:p>
          <a:p>
            <a:pPr lvl="1"/>
            <a:r>
              <a:rPr lang="en-IN" sz="2400" dirty="0" smtClean="0"/>
              <a:t>  To check  whether a thread is daemon or not…</a:t>
            </a:r>
          </a:p>
          <a:p>
            <a:pPr marL="457200" lvl="1" indent="0">
              <a:buNone/>
            </a:pPr>
            <a:r>
              <a:rPr lang="en-IN" sz="2400" b="1" dirty="0">
                <a:solidFill>
                  <a:srgbClr val="7F0055"/>
                </a:solidFill>
                <a:latin typeface="Courier New" panose="02070309020205020404" pitchFamily="49" charset="0"/>
              </a:rPr>
              <a:t>	</a:t>
            </a:r>
            <a:r>
              <a:rPr lang="en-IN" sz="2400" b="1" dirty="0" smtClean="0">
                <a:solidFill>
                  <a:srgbClr val="7F0055"/>
                </a:solidFill>
                <a:latin typeface="Courier New" panose="02070309020205020404" pitchFamily="49" charset="0"/>
              </a:rPr>
              <a:t>	if</a:t>
            </a:r>
            <a:r>
              <a:rPr lang="en-IN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Thread.</a:t>
            </a:r>
            <a:r>
              <a:rPr lang="en-IN" sz="2400" b="1" i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currentThread</a:t>
            </a:r>
            <a:r>
              <a:rPr lang="en-IN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().isDaemon())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77397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D343-5383-29C0-4E5E-A27F4262C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295" y="1175374"/>
            <a:ext cx="8761413" cy="706964"/>
          </a:xfrm>
        </p:spPr>
        <p:txBody>
          <a:bodyPr/>
          <a:lstStyle/>
          <a:p>
            <a:r>
              <a:rPr lang="en-IN" dirty="0"/>
              <a:t>Synchronization: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60155-8EBC-1D0F-059D-7DC67CABC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80" y="2421217"/>
            <a:ext cx="10436411" cy="4066241"/>
          </a:xfrm>
        </p:spPr>
        <p:txBody>
          <a:bodyPr>
            <a:noAutofit/>
          </a:bodyPr>
          <a:lstStyle/>
          <a:p>
            <a:pPr lvl="1"/>
            <a:r>
              <a:rPr lang="en-IN" sz="2000" dirty="0"/>
              <a:t>Thread synchronization is used to run a particular thread without interruption.</a:t>
            </a:r>
          </a:p>
          <a:p>
            <a:pPr lvl="1"/>
            <a:r>
              <a:rPr lang="en-IN" sz="2000" dirty="0"/>
              <a:t>It puts the other thread to wait state until that particular thread complete the task.</a:t>
            </a:r>
          </a:p>
          <a:p>
            <a:pPr lvl="1"/>
            <a:r>
              <a:rPr lang="en-IN" sz="2000" b="1" dirty="0"/>
              <a:t>Keyword: </a:t>
            </a:r>
            <a:r>
              <a:rPr lang="en-IN" sz="2000" dirty="0"/>
              <a:t>synchronized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Garbage Collection:</a:t>
            </a:r>
          </a:p>
          <a:p>
            <a:pPr lvl="1"/>
            <a:r>
              <a:rPr lang="en-IN" sz="2000" dirty="0"/>
              <a:t>It is a thread runs in JVM that deletes the unused objects to free-up some space.</a:t>
            </a:r>
          </a:p>
          <a:p>
            <a:pPr lvl="1"/>
            <a:r>
              <a:rPr lang="en-US" sz="2000" dirty="0"/>
              <a:t>Garbage collector removes the object which is created by “</a:t>
            </a:r>
            <a:r>
              <a:rPr lang="en-US" sz="2000" b="1" dirty="0"/>
              <a:t>new</a:t>
            </a:r>
            <a:r>
              <a:rPr lang="en-US" sz="2000" dirty="0"/>
              <a:t>” keyword</a:t>
            </a:r>
          </a:p>
          <a:p>
            <a:pPr lvl="1"/>
            <a:r>
              <a:rPr lang="en-US" sz="2000" dirty="0"/>
              <a:t>Garbage collector is a daemon thread.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6527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12606C-732A-54C3-4BFA-E3BDB3B86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799" y="2099733"/>
            <a:ext cx="5865813" cy="1598208"/>
          </a:xfrm>
        </p:spPr>
        <p:txBody>
          <a:bodyPr/>
          <a:lstStyle/>
          <a:p>
            <a:r>
              <a:rPr lang="en-IN" dirty="0"/>
              <a:t>Collections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0CDE55-9803-F264-6C6C-BAE3729AA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5753" y="3697941"/>
            <a:ext cx="2934354" cy="861420"/>
          </a:xfrm>
        </p:spPr>
        <p:txBody>
          <a:bodyPr/>
          <a:lstStyle/>
          <a:p>
            <a:r>
              <a:rPr lang="en-IN" b="1" dirty="0"/>
              <a:t>Util packages</a:t>
            </a:r>
          </a:p>
        </p:txBody>
      </p:sp>
    </p:spTree>
    <p:extLst>
      <p:ext uri="{BB962C8B-B14F-4D97-AF65-F5344CB8AC3E}">
        <p14:creationId xmlns:p14="http://schemas.microsoft.com/office/powerpoint/2010/main" val="324753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C45C2-DD0F-53E1-CFEE-C936AC9E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2" y="1081245"/>
            <a:ext cx="8761413" cy="706964"/>
          </a:xfrm>
        </p:spPr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D2A8B5-68B5-FA52-A0C0-9C9E2B74B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2" y="2374900"/>
            <a:ext cx="10207811" cy="391832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Collection in Java is a framework that provides an architecture to store and manipulate the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group of objects.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collection is an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object or container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which stores a group of other objects as a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single unit or single entity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Java Collections can achieve all the operations that you perform on a data such as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searching, sorting, insertion, manipulation, and deletion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collection in java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is a container object that is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used for storing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multiple same and different, duplicate and unique elements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without any size limitation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.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4571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30C0-0B82-4BBC-9197-AA0CA94FD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Collections Framework: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CD14-97F7-BEC4-41B9-F8D38F8EA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20471"/>
            <a:ext cx="9790951" cy="1008529"/>
          </a:xfrm>
        </p:spPr>
        <p:txBody>
          <a:bodyPr>
            <a:noAutofit/>
          </a:bodyPr>
          <a:lstStyle/>
          <a:p>
            <a:r>
              <a:rPr lang="en-US" sz="2000" dirty="0"/>
              <a:t>JVM stores the reference of other objects into a collection object. </a:t>
            </a:r>
          </a:p>
          <a:p>
            <a:r>
              <a:rPr lang="en-US" sz="2000" dirty="0"/>
              <a:t>It never stores physical copies of other object.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1028" name="Picture 4" descr="Collection Object">
            <a:extLst>
              <a:ext uri="{FF2B5EF4-FFF2-40B4-BE49-F238E27FC236}">
                <a16:creationId xmlns:a16="http://schemas.microsoft.com/office/drawing/2014/main" id="{9891CA9E-528B-29E1-387A-79A7D41D0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482" y="3429000"/>
            <a:ext cx="5324475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47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llection Hierarchy in Java">
            <a:extLst>
              <a:ext uri="{FF2B5EF4-FFF2-40B4-BE49-F238E27FC236}">
                <a16:creationId xmlns:a16="http://schemas.microsoft.com/office/drawing/2014/main" id="{E044FCFB-9E2D-B5BB-5ADA-6B4B104F1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48" y="248973"/>
            <a:ext cx="8727794" cy="638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66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161D2A-859F-DC06-BEE5-E6FE8BFB0AA5}"/>
              </a:ext>
            </a:extLst>
          </p:cNvPr>
          <p:cNvSpPr txBox="1"/>
          <p:nvPr/>
        </p:nvSpPr>
        <p:spPr>
          <a:xfrm>
            <a:off x="1279371" y="842895"/>
            <a:ext cx="100315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</a:rPr>
              <a:t>Iterator Interface: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iterable interface has only one method called iterator().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function of the iterator method is to return the iterator object.</a:t>
            </a:r>
            <a:endParaRPr lang="en-US" sz="28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</a:rPr>
              <a:t>Collection Interface:</a:t>
            </a:r>
            <a:endParaRPr lang="en-US" sz="2400" b="1" dirty="0">
              <a:solidFill>
                <a:schemeClr val="accent1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basic interface of the collections framework is the Collection interface which is the root interface of all collections in the API.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</a:rPr>
              <a:t>List Interface: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arrange the elements in sequential order.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We can insert elements into the list at any location.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list allows storing duplicate elements in Java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695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7B36B-01B8-5F79-39A8-ADAB79A5F18A}"/>
              </a:ext>
            </a:extLst>
          </p:cNvPr>
          <p:cNvSpPr txBox="1"/>
          <p:nvPr/>
        </p:nvSpPr>
        <p:spPr>
          <a:xfrm>
            <a:off x="1199232" y="883814"/>
            <a:ext cx="96953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</a:rPr>
              <a:t>Set Interface: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It is used to store the collection of unique elements.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All the elements in a set can be in any order.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Set does not allow any duplicate elements.</a:t>
            </a:r>
            <a:endParaRPr lang="en-US" sz="28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</a:rPr>
              <a:t>Queue Interface: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 A queue is an ordered of the homogeneous group of elements in which new elements are added at one end(rear) and elements are removed from the other end(front).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 This </a:t>
            </a:r>
            <a:r>
              <a:rPr lang="en-US" sz="2000" dirty="0" smtClean="0"/>
              <a:t>interface </a:t>
            </a:r>
            <a:r>
              <a:rPr lang="en-US" sz="2000" dirty="0"/>
              <a:t>represents a special type of list whose elements are removed only from the head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457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FD0E2-BA01-0AF9-0B5D-19AC473D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ArrayList: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BE6F9-80CA-A8DC-BC0B-037504CA7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808" y="2418705"/>
            <a:ext cx="9993337" cy="404756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ArrayList class implements the List interface and it can be </a:t>
            </a:r>
            <a:r>
              <a:rPr lang="en-US" sz="2400" b="1" dirty="0"/>
              <a:t>resizable</a:t>
            </a:r>
            <a:r>
              <a:rPr lang="en-US" sz="2400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It uses a </a:t>
            </a:r>
            <a:r>
              <a:rPr lang="en-US" sz="2400" b="1" dirty="0"/>
              <a:t>dynamic array </a:t>
            </a:r>
            <a:r>
              <a:rPr lang="en-US" sz="2400" dirty="0"/>
              <a:t>to store the duplicate element of different data types.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ArrayList class </a:t>
            </a:r>
            <a:r>
              <a:rPr lang="en-US" sz="2400" b="1" dirty="0"/>
              <a:t>maintains the insertion </a:t>
            </a:r>
            <a:r>
              <a:rPr lang="en-US" sz="2400" b="1" dirty="0" smtClean="0"/>
              <a:t>order</a:t>
            </a:r>
            <a:r>
              <a:rPr lang="en-US" sz="2400" dirty="0" smtClean="0"/>
              <a:t>. 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elements stored in the </a:t>
            </a:r>
            <a:r>
              <a:rPr lang="en-US" sz="2400" dirty="0" err="1" smtClean="0"/>
              <a:t>ArrayList</a:t>
            </a:r>
            <a:r>
              <a:rPr lang="en-US" sz="2400" dirty="0" smtClean="0"/>
              <a:t> </a:t>
            </a:r>
            <a:r>
              <a:rPr lang="en-US" sz="2400" b="1" dirty="0"/>
              <a:t>can be randomly accessed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600" b="1" dirty="0"/>
              <a:t>Syntax:</a:t>
            </a:r>
          </a:p>
          <a:p>
            <a:pPr marL="457200" lvl="1" indent="0">
              <a:buNone/>
            </a:pPr>
            <a:r>
              <a:rPr lang="en-US" sz="2400" dirty="0"/>
              <a:t>	import java.util.ArrayList;</a:t>
            </a:r>
          </a:p>
          <a:p>
            <a:pPr marL="457200" lvl="1" indent="0">
              <a:buNone/>
            </a:pPr>
            <a:r>
              <a:rPr lang="en-US" sz="2400" dirty="0"/>
              <a:t>	ArrayList &lt;Datatype&gt; &lt;object&gt;=new ArrayList&lt;Datatype&gt;();</a:t>
            </a:r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ArrayList</a:t>
            </a:r>
            <a:r>
              <a:rPr lang="en-US" sz="2400" dirty="0"/>
              <a:t>&lt;String&gt; obj= new </a:t>
            </a:r>
            <a:r>
              <a:rPr lang="en-US" sz="2400" dirty="0" err="1"/>
              <a:t>ArrayList</a:t>
            </a:r>
            <a:r>
              <a:rPr lang="en-US" sz="2400" dirty="0"/>
              <a:t>&lt;String&gt;();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7820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071E-DFEB-46D4-4A6C-CE7586B7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LinkedList: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21E26-C4E2-DB0B-7FE3-94290146F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591" y="2462374"/>
            <a:ext cx="9041992" cy="4039347"/>
          </a:xfrm>
        </p:spPr>
        <p:txBody>
          <a:bodyPr>
            <a:noAutofit/>
          </a:bodyPr>
          <a:lstStyle/>
          <a:p>
            <a:r>
              <a:rPr lang="en-US" sz="2400" b="0" i="0" dirty="0" smtClean="0">
                <a:solidFill>
                  <a:srgbClr val="333333"/>
                </a:solidFill>
                <a:effectLst/>
              </a:rPr>
              <a:t>It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uses a </a:t>
            </a:r>
            <a:r>
              <a:rPr lang="en-US" sz="2400" b="1" i="0" dirty="0" smtClean="0">
                <a:solidFill>
                  <a:srgbClr val="333333"/>
                </a:solidFill>
                <a:effectLst/>
              </a:rPr>
              <a:t>doubly linked list</a:t>
            </a:r>
            <a:r>
              <a:rPr lang="en-US" sz="2400" b="0" i="0" dirty="0" smtClean="0">
                <a:solidFill>
                  <a:srgbClr val="333333"/>
                </a:solidFill>
                <a:effectLst/>
              </a:rPr>
              <a:t> internally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to store the elements. </a:t>
            </a:r>
          </a:p>
          <a:p>
            <a:r>
              <a:rPr lang="en-US" sz="2400" b="0" i="0" dirty="0">
                <a:solidFill>
                  <a:srgbClr val="333333"/>
                </a:solidFill>
                <a:effectLst/>
              </a:rPr>
              <a:t>It 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can store the duplicate elements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. </a:t>
            </a:r>
            <a:endParaRPr lang="en-US" sz="2400" b="0" i="0" dirty="0" smtClean="0">
              <a:solidFill>
                <a:srgbClr val="333333"/>
              </a:solidFill>
              <a:effectLst/>
            </a:endParaRPr>
          </a:p>
          <a:p>
            <a:r>
              <a:rPr lang="en-US" sz="2400" b="0" i="0" dirty="0" smtClean="0">
                <a:solidFill>
                  <a:srgbClr val="333333"/>
                </a:solidFill>
                <a:effectLst/>
              </a:rPr>
              <a:t>It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is 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faster than ArrayList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. </a:t>
            </a:r>
            <a:endParaRPr lang="en-US" sz="2400" dirty="0">
              <a:solidFill>
                <a:srgbClr val="333333"/>
              </a:solidFill>
            </a:endParaRPr>
          </a:p>
          <a:p>
            <a:r>
              <a:rPr lang="en-US" sz="2400" b="0" i="0" dirty="0" smtClean="0">
                <a:solidFill>
                  <a:srgbClr val="333333"/>
                </a:solidFill>
                <a:effectLst/>
              </a:rPr>
              <a:t>In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LinkedList, the 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manipulation is fast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because 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no shifting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is required.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</a:rPr>
              <a:t>Syntax:</a:t>
            </a:r>
            <a:endParaRPr lang="en-US" sz="2800" dirty="0">
              <a:solidFill>
                <a:srgbClr val="333333"/>
              </a:solidFill>
            </a:endParaRPr>
          </a:p>
          <a:p>
            <a:pPr marL="457200" lvl="1" indent="0">
              <a:buNone/>
            </a:pPr>
            <a:r>
              <a:rPr lang="en-US" sz="2400" dirty="0">
                <a:solidFill>
                  <a:srgbClr val="333333"/>
                </a:solidFill>
              </a:rPr>
              <a:t>	LinkedList &lt;Integer&gt;  obj = new LinkedList &lt;Integer&gt;();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333333"/>
                </a:solidFill>
              </a:rPr>
              <a:t>	</a:t>
            </a:r>
            <a:r>
              <a:rPr lang="en-US" sz="2400" dirty="0" err="1">
                <a:solidFill>
                  <a:srgbClr val="333333"/>
                </a:solidFill>
              </a:rPr>
              <a:t>obj.add</a:t>
            </a:r>
            <a:r>
              <a:rPr lang="en-US" sz="2400" dirty="0">
                <a:solidFill>
                  <a:srgbClr val="333333"/>
                </a:solidFill>
              </a:rPr>
              <a:t>(5</a:t>
            </a:r>
            <a:r>
              <a:rPr lang="en-US" sz="2400" dirty="0" smtClean="0">
                <a:solidFill>
                  <a:srgbClr val="333333"/>
                </a:solidFill>
              </a:rPr>
              <a:t>);</a:t>
            </a:r>
            <a:endParaRPr lang="en-US" sz="24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09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2938" y="1227909"/>
            <a:ext cx="2495006" cy="5878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1  2  3   4  5   6  7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2592976" y="1815737"/>
            <a:ext cx="243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0  1  2  3  4  5  6</a:t>
            </a:r>
            <a:endParaRPr lang="en-US" dirty="0"/>
          </a:p>
        </p:txBody>
      </p:sp>
      <p:sp>
        <p:nvSpPr>
          <p:cNvPr id="6" name="Left Arrow 5"/>
          <p:cNvSpPr/>
          <p:nvPr/>
        </p:nvSpPr>
        <p:spPr>
          <a:xfrm>
            <a:off x="5349239" y="1521823"/>
            <a:ext cx="1410788" cy="2939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80065" y="1407170"/>
            <a:ext cx="2063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/>
                </a:solidFill>
              </a:rPr>
              <a:t>Array List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52900" y="3344091"/>
            <a:ext cx="1567541" cy="5355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429691" y="3331029"/>
            <a:ext cx="13063" cy="574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983774" y="3304904"/>
            <a:ext cx="13063" cy="574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178036" y="3304904"/>
            <a:ext cx="1567541" cy="5355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65468" y="3331029"/>
            <a:ext cx="1567541" cy="5355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8213272" y="3261363"/>
            <a:ext cx="13063" cy="574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687490" y="3291842"/>
            <a:ext cx="13063" cy="574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577834" y="3311435"/>
            <a:ext cx="13063" cy="574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029201" y="3296197"/>
            <a:ext cx="13063" cy="574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3" idx="1"/>
          </p:cNvCxnSpPr>
          <p:nvPr/>
        </p:nvCxnSpPr>
        <p:spPr>
          <a:xfrm flipV="1">
            <a:off x="3520441" y="3598818"/>
            <a:ext cx="1045027" cy="13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146065" y="3595551"/>
            <a:ext cx="1045027" cy="13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45868" y="4720480"/>
            <a:ext cx="2063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chemeClr val="accent1"/>
                </a:solidFill>
              </a:rPr>
              <a:t>LinkedList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3200400" y="3942807"/>
            <a:ext cx="143691" cy="5791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7350034" y="3905794"/>
            <a:ext cx="143691" cy="5791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 flipH="1">
            <a:off x="2475410" y="4846319"/>
            <a:ext cx="161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Address of next 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 flipH="1">
            <a:off x="7191092" y="4556390"/>
            <a:ext cx="1613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Address of previous node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 flipH="1">
            <a:off x="4784265" y="2917068"/>
            <a:ext cx="1613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node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 flipH="1">
            <a:off x="8980704" y="3156746"/>
            <a:ext cx="1900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Ending and starting will have null value</a:t>
            </a:r>
            <a:endParaRPr lang="en-US" dirty="0"/>
          </a:p>
        </p:txBody>
      </p:sp>
      <p:sp>
        <p:nvSpPr>
          <p:cNvPr id="29" name="Right Arrow 28"/>
          <p:cNvSpPr/>
          <p:nvPr/>
        </p:nvSpPr>
        <p:spPr>
          <a:xfrm>
            <a:off x="8571411" y="3618411"/>
            <a:ext cx="407115" cy="1175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9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8CE8-DD76-96F3-B300-4F2D30F0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94692"/>
            <a:ext cx="8761413" cy="706964"/>
          </a:xfrm>
        </p:spPr>
        <p:txBody>
          <a:bodyPr/>
          <a:lstStyle/>
          <a:p>
            <a:r>
              <a:rPr lang="en-IN" dirty="0"/>
              <a:t>HashSet: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94EB4-B7EF-836B-E940-B3287F22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627" y="2347007"/>
            <a:ext cx="9683375" cy="4094133"/>
          </a:xfrm>
        </p:spPr>
        <p:txBody>
          <a:bodyPr>
            <a:normAutofit/>
          </a:bodyPr>
          <a:lstStyle/>
          <a:p>
            <a:r>
              <a:rPr lang="en-US" sz="2400" dirty="0"/>
              <a:t>HashSet class implements Set Interface.</a:t>
            </a:r>
          </a:p>
          <a:p>
            <a:r>
              <a:rPr lang="en-US" sz="2400" dirty="0"/>
              <a:t>It represents the collection that uses a </a:t>
            </a:r>
            <a:r>
              <a:rPr lang="en-US" sz="2400" b="1" dirty="0"/>
              <a:t>hash table </a:t>
            </a:r>
            <a:r>
              <a:rPr lang="en-US" sz="2400" dirty="0"/>
              <a:t>for storage. </a:t>
            </a:r>
          </a:p>
          <a:p>
            <a:r>
              <a:rPr lang="en-US" sz="2400" b="1" dirty="0"/>
              <a:t>Hashing</a:t>
            </a:r>
            <a:r>
              <a:rPr lang="en-US" sz="2400" dirty="0"/>
              <a:t> is used to store the elements in the HashSet. </a:t>
            </a:r>
          </a:p>
          <a:p>
            <a:r>
              <a:rPr lang="en-US" sz="2400" dirty="0"/>
              <a:t>It contains </a:t>
            </a:r>
            <a:r>
              <a:rPr lang="en-US" sz="2400" b="1" dirty="0"/>
              <a:t>unique items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457200" lvl="1" indent="0">
              <a:buNone/>
            </a:pPr>
            <a:r>
              <a:rPr lang="en-IN" sz="2400" dirty="0"/>
              <a:t>	HashSet&lt;String&gt; set=new HashSet&lt;String&gt;();</a:t>
            </a:r>
          </a:p>
          <a:p>
            <a:pPr marL="457200" lvl="1" indent="0">
              <a:buNone/>
            </a:pPr>
            <a:r>
              <a:rPr lang="en-IN" sz="2400" dirty="0"/>
              <a:t>	set.add(“Ajith");  </a:t>
            </a:r>
          </a:p>
          <a:p>
            <a:pPr marL="457200" lvl="1" indent="0">
              <a:buNone/>
            </a:pPr>
            <a:r>
              <a:rPr lang="en-IN" sz="2400" dirty="0"/>
              <a:t>	set.add("Vijay");</a:t>
            </a:r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4994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1DFD-1B13-AF3B-F099-50B1D259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CA133-D5CC-C6A5-E9CF-AB82F84FC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593" y="2428688"/>
            <a:ext cx="8954518" cy="4066241"/>
          </a:xfrm>
        </p:spPr>
        <p:txBody>
          <a:bodyPr>
            <a:noAutofit/>
          </a:bodyPr>
          <a:lstStyle/>
          <a:p>
            <a:r>
              <a:rPr lang="en-US" sz="2400" dirty="0"/>
              <a:t>Java TreeSet class implements the Set interface that </a:t>
            </a:r>
            <a:r>
              <a:rPr lang="en-US" sz="2400" b="1" dirty="0"/>
              <a:t>uses a tree </a:t>
            </a:r>
            <a:r>
              <a:rPr lang="en-US" sz="2400" dirty="0"/>
              <a:t>for storage. </a:t>
            </a:r>
          </a:p>
          <a:p>
            <a:r>
              <a:rPr lang="en-US" sz="2400" dirty="0"/>
              <a:t>Like HashSet, TreeSet also contains </a:t>
            </a:r>
            <a:r>
              <a:rPr lang="en-US" sz="2400" b="1" dirty="0"/>
              <a:t>unique elements</a:t>
            </a:r>
            <a:r>
              <a:rPr lang="en-US" sz="2400" dirty="0"/>
              <a:t>. 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access and retrieval time of </a:t>
            </a:r>
            <a:r>
              <a:rPr lang="en-US" sz="2400" b="1" dirty="0"/>
              <a:t>TreeSet is quite fast</a:t>
            </a:r>
            <a:r>
              <a:rPr lang="en-US" sz="2400" dirty="0"/>
              <a:t>. </a:t>
            </a:r>
          </a:p>
          <a:p>
            <a:r>
              <a:rPr lang="en-US" sz="2400" dirty="0"/>
              <a:t>The elements in TreeSet stored in </a:t>
            </a:r>
            <a:r>
              <a:rPr lang="en-US" sz="2400" b="1" dirty="0"/>
              <a:t>ascending order.</a:t>
            </a:r>
          </a:p>
          <a:p>
            <a:pPr marL="0" indent="0">
              <a:buNone/>
            </a:pPr>
            <a:r>
              <a:rPr lang="en-US" sz="2400" b="1" dirty="0" smtClean="0"/>
              <a:t>	Syntax</a:t>
            </a:r>
            <a:r>
              <a:rPr lang="en-US" sz="2400" b="1" dirty="0"/>
              <a:t>:</a:t>
            </a:r>
          </a:p>
          <a:p>
            <a:pPr marL="1314450" lvl="3" indent="0">
              <a:buNone/>
            </a:pPr>
            <a:r>
              <a:rPr lang="en-US" sz="1800" dirty="0"/>
              <a:t> </a:t>
            </a:r>
            <a:r>
              <a:rPr lang="en-US" sz="2400" dirty="0"/>
              <a:t>TreeSet&lt;String&gt; set=new TreeSet&lt;String&gt;();  </a:t>
            </a:r>
          </a:p>
          <a:p>
            <a:pPr marL="1314450" lvl="3" indent="0">
              <a:buNone/>
            </a:pPr>
            <a:r>
              <a:rPr lang="en-US" sz="2400" dirty="0"/>
              <a:t> set.add("Ravi");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497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4297" y="1528354"/>
            <a:ext cx="2534194" cy="33571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#6y;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3p-&amp;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FWT$0@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724297" y="2220686"/>
            <a:ext cx="2573383" cy="2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43890" y="2960914"/>
            <a:ext cx="2573383" cy="2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704702" y="3629297"/>
            <a:ext cx="2573383" cy="2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85108" y="4297680"/>
            <a:ext cx="2573383" cy="2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03016" y="4835825"/>
            <a:ext cx="223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Tree Set</a:t>
            </a:r>
            <a:endParaRPr lang="en-US" b="1" dirty="0"/>
          </a:p>
        </p:txBody>
      </p:sp>
      <p:sp>
        <p:nvSpPr>
          <p:cNvPr id="11" name="Right Arrow 10"/>
          <p:cNvSpPr/>
          <p:nvPr/>
        </p:nvSpPr>
        <p:spPr>
          <a:xfrm>
            <a:off x="3376748" y="3108960"/>
            <a:ext cx="1116875" cy="1567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593771" y="2993571"/>
            <a:ext cx="1317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Hashing</a:t>
            </a:r>
          </a:p>
          <a:p>
            <a:r>
              <a:rPr lang="en-US" b="1" dirty="0" smtClean="0"/>
              <a:t>Data</a:t>
            </a:r>
            <a:endParaRPr lang="en-US" b="1" dirty="0"/>
          </a:p>
        </p:txBody>
      </p:sp>
      <p:sp>
        <p:nvSpPr>
          <p:cNvPr id="13" name="Oval 12"/>
          <p:cNvSpPr/>
          <p:nvPr/>
        </p:nvSpPr>
        <p:spPr>
          <a:xfrm>
            <a:off x="8557148" y="1233492"/>
            <a:ext cx="705394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894319" y="2137954"/>
            <a:ext cx="705394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437913" y="2412274"/>
            <a:ext cx="705394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599713" y="3042416"/>
            <a:ext cx="705394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781902" y="3629297"/>
            <a:ext cx="705394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129451" y="4049485"/>
            <a:ext cx="705394" cy="5486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3" idx="3"/>
            <a:endCxn id="14" idx="0"/>
          </p:cNvCxnSpPr>
          <p:nvPr/>
        </p:nvCxnSpPr>
        <p:spPr>
          <a:xfrm flipH="1">
            <a:off x="8247016" y="1701786"/>
            <a:ext cx="413435" cy="436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5" idx="2"/>
          </p:cNvCxnSpPr>
          <p:nvPr/>
        </p:nvCxnSpPr>
        <p:spPr>
          <a:xfrm>
            <a:off x="8660674" y="2508069"/>
            <a:ext cx="777239" cy="178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6" idx="1"/>
          </p:cNvCxnSpPr>
          <p:nvPr/>
        </p:nvCxnSpPr>
        <p:spPr>
          <a:xfrm>
            <a:off x="8411280" y="2686594"/>
            <a:ext cx="291736" cy="436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966960" y="3108960"/>
            <a:ext cx="115386" cy="546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6" idx="3"/>
            <a:endCxn id="18" idx="0"/>
          </p:cNvCxnSpPr>
          <p:nvPr/>
        </p:nvCxnSpPr>
        <p:spPr>
          <a:xfrm flipH="1">
            <a:off x="8482148" y="3510710"/>
            <a:ext cx="220868" cy="538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12274" y="5134095"/>
            <a:ext cx="2233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Hash Table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7776752" y="1320188"/>
            <a:ext cx="1058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90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Queue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3644" y="2428008"/>
            <a:ext cx="9226719" cy="4129810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/>
              <a:t>It follows </a:t>
            </a:r>
            <a:r>
              <a:rPr lang="en-US" sz="2200" b="1" dirty="0" smtClean="0"/>
              <a:t>FIFO </a:t>
            </a:r>
            <a:r>
              <a:rPr lang="en-US" sz="2200" b="1" dirty="0"/>
              <a:t>concept</a:t>
            </a:r>
            <a:r>
              <a:rPr lang="en-US" sz="2200" dirty="0"/>
              <a:t> </a:t>
            </a:r>
            <a:r>
              <a:rPr lang="en-US" sz="2200" dirty="0" smtClean="0"/>
              <a:t>for </a:t>
            </a:r>
            <a:r>
              <a:rPr lang="en-US" sz="2200" dirty="0"/>
              <a:t>insertion and deletion of elements from a queue</a:t>
            </a:r>
            <a:r>
              <a:rPr lang="en-US" sz="2200" dirty="0" smtClean="0"/>
              <a:t>. </a:t>
            </a:r>
          </a:p>
          <a:p>
            <a:r>
              <a:rPr lang="en-US" sz="2200" dirty="0" err="1" smtClean="0"/>
              <a:t>PriorityQueue</a:t>
            </a:r>
            <a:r>
              <a:rPr lang="en-US" sz="2200" dirty="0"/>
              <a:t>, </a:t>
            </a:r>
            <a:r>
              <a:rPr lang="en-US" sz="2200" dirty="0" err="1"/>
              <a:t>ArrayBlockingQueue</a:t>
            </a:r>
            <a:r>
              <a:rPr lang="en-US" sz="2200" dirty="0"/>
              <a:t> and </a:t>
            </a:r>
            <a:r>
              <a:rPr lang="en-US" sz="2200" dirty="0" err="1"/>
              <a:t>LinkedList</a:t>
            </a:r>
            <a:r>
              <a:rPr lang="en-US" sz="2200" dirty="0"/>
              <a:t> are the implementations that are used most frequently</a:t>
            </a:r>
            <a:r>
              <a:rPr lang="en-US" sz="2200" dirty="0" smtClean="0"/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400" b="1" dirty="0" err="1" smtClean="0"/>
              <a:t>PriorityQueue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pPr lvl="1"/>
            <a:r>
              <a:rPr lang="en-US" sz="2200" dirty="0"/>
              <a:t>processing the objects on the </a:t>
            </a:r>
            <a:r>
              <a:rPr lang="en-US" sz="2200" b="1" dirty="0"/>
              <a:t>basis of priority</a:t>
            </a:r>
            <a:r>
              <a:rPr lang="en-US" sz="2200" dirty="0"/>
              <a:t>. </a:t>
            </a:r>
            <a:endParaRPr lang="en-US" sz="2200" dirty="0" smtClean="0"/>
          </a:p>
          <a:p>
            <a:pPr lvl="1"/>
            <a:r>
              <a:rPr lang="en-US" sz="2200" dirty="0" smtClean="0"/>
              <a:t>It follows </a:t>
            </a:r>
            <a:r>
              <a:rPr lang="en-US" sz="2200" b="1" dirty="0"/>
              <a:t>FIFO pattern </a:t>
            </a:r>
            <a:r>
              <a:rPr lang="en-US" sz="2200" dirty="0"/>
              <a:t>in the Java queue. </a:t>
            </a:r>
            <a:endParaRPr lang="en-US" sz="2200" dirty="0" smtClean="0"/>
          </a:p>
          <a:p>
            <a:pPr lvl="1"/>
            <a:r>
              <a:rPr lang="en-US" sz="2200" dirty="0" smtClean="0"/>
              <a:t>However</a:t>
            </a:r>
            <a:r>
              <a:rPr lang="en-US" sz="2200" dirty="0"/>
              <a:t>, sometimes the elements of the queue are needed to be processed </a:t>
            </a:r>
            <a:r>
              <a:rPr lang="en-US" sz="2200" b="1" dirty="0"/>
              <a:t>according to the priority</a:t>
            </a:r>
            <a:r>
              <a:rPr lang="en-US" sz="2200" dirty="0"/>
              <a:t>, that's where a </a:t>
            </a:r>
            <a:r>
              <a:rPr lang="en-US" sz="2200" dirty="0" err="1"/>
              <a:t>PriorityQueue</a:t>
            </a:r>
            <a:r>
              <a:rPr lang="en-US" sz="2200" dirty="0"/>
              <a:t> comes into action.</a:t>
            </a:r>
          </a:p>
        </p:txBody>
      </p:sp>
    </p:spTree>
    <p:extLst>
      <p:ext uri="{BB962C8B-B14F-4D97-AF65-F5344CB8AC3E}">
        <p14:creationId xmlns:p14="http://schemas.microsoft.com/office/powerpoint/2010/main" val="44294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Map Interface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399" y="2556594"/>
            <a:ext cx="6206837" cy="3733369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200" dirty="0" smtClean="0"/>
              <a:t>It </a:t>
            </a:r>
            <a:r>
              <a:rPr lang="en-US" sz="2200" dirty="0"/>
              <a:t>represents an object that stores and retrieves elements in the form of a </a:t>
            </a:r>
            <a:r>
              <a:rPr lang="en-US" sz="2200" b="1" dirty="0" smtClean="0"/>
              <a:t>Key/Value </a:t>
            </a:r>
            <a:r>
              <a:rPr lang="en-US" sz="2200" b="1" dirty="0"/>
              <a:t>pairs </a:t>
            </a:r>
            <a:endParaRPr lang="en-US" sz="2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sz="2200" dirty="0" smtClean="0"/>
              <a:t>Their </a:t>
            </a:r>
            <a:r>
              <a:rPr lang="en-US" sz="2200" dirty="0"/>
              <a:t>location within the Map are determined by a Key.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Map uses a </a:t>
            </a:r>
            <a:r>
              <a:rPr lang="en-US" sz="2200" b="1" dirty="0"/>
              <a:t>hashing technique </a:t>
            </a:r>
            <a:r>
              <a:rPr lang="en-US" sz="2200" dirty="0"/>
              <a:t>for storing key-value pairs.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It </a:t>
            </a:r>
            <a:r>
              <a:rPr lang="en-US" sz="2200" b="1" dirty="0"/>
              <a:t>doesn’t allow </a:t>
            </a:r>
            <a:r>
              <a:rPr lang="en-US" sz="2200" dirty="0"/>
              <a:t>to store the </a:t>
            </a:r>
            <a:r>
              <a:rPr lang="en-US" sz="2200" b="1" dirty="0"/>
              <a:t>duplicate keys </a:t>
            </a:r>
            <a:r>
              <a:rPr lang="en-US" sz="2200" dirty="0"/>
              <a:t>but </a:t>
            </a:r>
            <a:r>
              <a:rPr lang="en-US" sz="2200" b="1" dirty="0"/>
              <a:t>duplicate values are allowed.</a:t>
            </a:r>
          </a:p>
        </p:txBody>
      </p:sp>
      <p:pic>
        <p:nvPicPr>
          <p:cNvPr id="7" name="Picture 2" descr="Map hierarchy in Java">
            <a:extLst>
              <a:ext uri="{FF2B5EF4-FFF2-40B4-BE49-F238E27FC236}">
                <a16:creationId xmlns:a16="http://schemas.microsoft.com/office/drawing/2014/main" id="{2A1B2FAA-5F8D-1389-CDAF-DF604166A6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963" y="2510414"/>
            <a:ext cx="4969164" cy="377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33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2C9D-F3D1-A973-BBAB-60B077CA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82904"/>
            <a:ext cx="8761413" cy="706964"/>
          </a:xfrm>
        </p:spPr>
        <p:txBody>
          <a:bodyPr/>
          <a:lstStyle/>
          <a:p>
            <a:r>
              <a:rPr lang="en-IN" dirty="0"/>
              <a:t>HashMap: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0DC6-B3B2-B3F3-C280-D6D87F91C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65044"/>
            <a:ext cx="9261792" cy="4187265"/>
          </a:xfrm>
        </p:spPr>
        <p:txBody>
          <a:bodyPr>
            <a:noAutofit/>
          </a:bodyPr>
          <a:lstStyle/>
          <a:p>
            <a:r>
              <a:rPr lang="en-US" sz="2100" dirty="0"/>
              <a:t>Java HashMap class implements the Map interface which allows us to store key and value pair, where </a:t>
            </a:r>
            <a:r>
              <a:rPr lang="en-US" sz="2100" b="1" dirty="0"/>
              <a:t>keys should be unique.</a:t>
            </a:r>
          </a:p>
          <a:p>
            <a:r>
              <a:rPr lang="en-US" sz="2100" dirty="0"/>
              <a:t>it is denoted as </a:t>
            </a:r>
            <a:r>
              <a:rPr lang="en-US" sz="2100" b="1" dirty="0"/>
              <a:t>HashMap&lt;K,V&gt;</a:t>
            </a:r>
            <a:r>
              <a:rPr lang="en-US" sz="2100" dirty="0"/>
              <a:t>, where K stands for </a:t>
            </a:r>
            <a:r>
              <a:rPr lang="en-US" sz="2100" b="1" dirty="0"/>
              <a:t>key</a:t>
            </a:r>
            <a:r>
              <a:rPr lang="en-US" sz="2100" dirty="0"/>
              <a:t> and V for </a:t>
            </a:r>
            <a:r>
              <a:rPr lang="en-US" sz="2100" b="1" dirty="0"/>
              <a:t>value</a:t>
            </a:r>
            <a:r>
              <a:rPr lang="en-US" sz="2100" dirty="0"/>
              <a:t>. </a:t>
            </a:r>
          </a:p>
          <a:p>
            <a:r>
              <a:rPr lang="en-US" sz="2100" dirty="0"/>
              <a:t>It inherits the </a:t>
            </a:r>
            <a:r>
              <a:rPr lang="en-US" sz="2100" b="1" dirty="0"/>
              <a:t>AbstractMap class </a:t>
            </a:r>
            <a:r>
              <a:rPr lang="en-US" sz="2100" dirty="0"/>
              <a:t>and implements the</a:t>
            </a:r>
            <a:r>
              <a:rPr lang="en-US" sz="2100" b="1" dirty="0"/>
              <a:t> Map interface</a:t>
            </a:r>
            <a:r>
              <a:rPr lang="en-US" sz="2100" dirty="0" smtClean="0"/>
              <a:t>.</a:t>
            </a:r>
          </a:p>
          <a:p>
            <a:r>
              <a:rPr lang="en-US" sz="2100" dirty="0" smtClean="0"/>
              <a:t> Java </a:t>
            </a:r>
            <a:r>
              <a:rPr lang="en-US" sz="2100" dirty="0"/>
              <a:t>HashMap is non synchronized and it maintains </a:t>
            </a:r>
            <a:r>
              <a:rPr lang="en-US" sz="2100" b="1" dirty="0"/>
              <a:t>no order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r>
              <a:rPr lang="en-US" sz="2000" b="1" dirty="0" smtClean="0"/>
              <a:t>	</a:t>
            </a:r>
            <a:r>
              <a:rPr lang="en-US" sz="2400" b="1" dirty="0" smtClean="0"/>
              <a:t>Syntax</a:t>
            </a:r>
            <a:r>
              <a:rPr lang="en-US" sz="2400" b="1" dirty="0"/>
              <a:t>:</a:t>
            </a:r>
          </a:p>
          <a:p>
            <a:pPr marL="457200" lvl="1" indent="0">
              <a:buNone/>
            </a:pPr>
            <a:r>
              <a:rPr lang="en-US" sz="2400" dirty="0" smtClean="0"/>
              <a:t>	</a:t>
            </a:r>
            <a:r>
              <a:rPr lang="en-US" sz="2000" dirty="0" err="1" smtClean="0"/>
              <a:t>HashMap</a:t>
            </a:r>
            <a:r>
              <a:rPr lang="en-US" sz="2000" dirty="0" smtClean="0"/>
              <a:t>&lt;</a:t>
            </a:r>
            <a:r>
              <a:rPr lang="en-US" sz="2000" dirty="0" err="1" smtClean="0"/>
              <a:t>Integer,String</a:t>
            </a:r>
            <a:r>
              <a:rPr lang="en-US" sz="2000" dirty="0"/>
              <a:t>&gt; </a:t>
            </a:r>
            <a:r>
              <a:rPr lang="en-US" sz="2000" dirty="0" smtClean="0"/>
              <a:t>map = new </a:t>
            </a:r>
            <a:r>
              <a:rPr lang="en-US" sz="2000" dirty="0" err="1" smtClean="0"/>
              <a:t>HashMap</a:t>
            </a:r>
            <a:r>
              <a:rPr lang="en-US" sz="2000" dirty="0" smtClean="0"/>
              <a:t>&lt;</a:t>
            </a:r>
            <a:r>
              <a:rPr lang="en-US" sz="2000" dirty="0" err="1" smtClean="0"/>
              <a:t>Integer,String</a:t>
            </a:r>
            <a:r>
              <a:rPr lang="en-US" sz="2000" dirty="0"/>
              <a:t>&gt;();</a:t>
            </a:r>
          </a:p>
          <a:p>
            <a:pPr marL="457200" lvl="1" indent="0"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map.put</a:t>
            </a:r>
            <a:r>
              <a:rPr lang="en-US" sz="2400" dirty="0" smtClean="0"/>
              <a:t>(1</a:t>
            </a:r>
            <a:r>
              <a:rPr lang="en-US" sz="2400" dirty="0"/>
              <a:t>,"Mango"); </a:t>
            </a:r>
            <a:endParaRPr lang="en-IN" sz="2400" dirty="0"/>
          </a:p>
        </p:txBody>
      </p:sp>
      <p:pic>
        <p:nvPicPr>
          <p:cNvPr id="4098" name="Picture 2" descr="Java HashMap class hierarchy">
            <a:extLst>
              <a:ext uri="{FF2B5EF4-FFF2-40B4-BE49-F238E27FC236}">
                <a16:creationId xmlns:a16="http://schemas.microsoft.com/office/drawing/2014/main" id="{883DAAEB-3BA3-FDA9-464D-5400F4E38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856" y="3397058"/>
            <a:ext cx="1683945" cy="212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95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781F-95FE-8789-D341-1B4D9B9CA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102977"/>
            <a:ext cx="8761413" cy="706964"/>
          </a:xfrm>
        </p:spPr>
        <p:txBody>
          <a:bodyPr/>
          <a:lstStyle/>
          <a:p>
            <a:r>
              <a:rPr lang="en-IN" b="1" dirty="0"/>
              <a:t>TreeMap: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A12D4-B28D-83E1-8440-3F2826863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23883"/>
            <a:ext cx="9189773" cy="4362077"/>
          </a:xfrm>
        </p:spPr>
        <p:txBody>
          <a:bodyPr>
            <a:noAutofit/>
          </a:bodyPr>
          <a:lstStyle/>
          <a:p>
            <a:r>
              <a:rPr lang="en-US" sz="2200" dirty="0"/>
              <a:t>TreeMap class is a </a:t>
            </a:r>
            <a:r>
              <a:rPr lang="en-US" sz="2200" b="1" dirty="0"/>
              <a:t>red-black tree </a:t>
            </a:r>
            <a:r>
              <a:rPr lang="en-US" sz="2200" dirty="0"/>
              <a:t>based implementation. </a:t>
            </a:r>
          </a:p>
          <a:p>
            <a:r>
              <a:rPr lang="en-US" sz="2200" dirty="0"/>
              <a:t>It provides an efficient means of storing key-value pairs </a:t>
            </a:r>
            <a:r>
              <a:rPr lang="en-US" sz="2200" dirty="0" smtClean="0"/>
              <a:t>in		 </a:t>
            </a:r>
            <a:r>
              <a:rPr lang="en-US" sz="2200" b="1" dirty="0"/>
              <a:t>sorted order</a:t>
            </a:r>
            <a:r>
              <a:rPr lang="en-US" sz="2200" dirty="0"/>
              <a:t>.</a:t>
            </a:r>
          </a:p>
          <a:p>
            <a:r>
              <a:rPr lang="en-US" sz="2200" dirty="0" smtClean="0"/>
              <a:t>It contains </a:t>
            </a:r>
            <a:r>
              <a:rPr lang="en-US" sz="2200" dirty="0"/>
              <a:t>values </a:t>
            </a:r>
            <a:r>
              <a:rPr lang="en-US" sz="2200" b="1" dirty="0"/>
              <a:t>based on the </a:t>
            </a:r>
            <a:r>
              <a:rPr lang="en-US" sz="2200" b="1" dirty="0" smtClean="0"/>
              <a:t>key and only </a:t>
            </a:r>
            <a:r>
              <a:rPr lang="en-US" sz="2200" b="1" dirty="0"/>
              <a:t>unique </a:t>
            </a:r>
            <a:r>
              <a:rPr lang="en-US" sz="2200" dirty="0"/>
              <a:t>elements.</a:t>
            </a:r>
          </a:p>
          <a:p>
            <a:r>
              <a:rPr lang="en-US" sz="2200" dirty="0"/>
              <a:t>Java TreeMap </a:t>
            </a:r>
            <a:r>
              <a:rPr lang="en-US" sz="2200" b="1" dirty="0"/>
              <a:t>cannot have a null key </a:t>
            </a:r>
            <a:r>
              <a:rPr lang="en-US" sz="2200" dirty="0"/>
              <a:t>but </a:t>
            </a:r>
            <a:r>
              <a:rPr lang="en-US" sz="2200" b="1" dirty="0"/>
              <a:t>can have </a:t>
            </a:r>
            <a:r>
              <a:rPr lang="en-US" sz="2200" b="1" dirty="0" smtClean="0"/>
              <a:t>multiple		 </a:t>
            </a:r>
            <a:r>
              <a:rPr lang="en-US" sz="2200" b="1" dirty="0"/>
              <a:t>null values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Syntax</a:t>
            </a:r>
            <a:r>
              <a:rPr lang="en-US" sz="2400" b="1" dirty="0"/>
              <a:t>:</a:t>
            </a:r>
          </a:p>
          <a:p>
            <a:pPr marL="457200" lvl="1" indent="0">
              <a:buNone/>
            </a:pPr>
            <a:r>
              <a:rPr lang="en-IN" sz="2000" dirty="0" smtClean="0"/>
              <a:t>	</a:t>
            </a:r>
            <a:r>
              <a:rPr lang="en-IN" sz="2000" dirty="0" err="1" smtClean="0"/>
              <a:t>TreeMap</a:t>
            </a:r>
            <a:r>
              <a:rPr lang="en-IN" sz="2000" dirty="0" smtClean="0"/>
              <a:t>&lt;</a:t>
            </a:r>
            <a:r>
              <a:rPr lang="en-IN" sz="2000" dirty="0" err="1" smtClean="0"/>
              <a:t>Integer,String</a:t>
            </a:r>
            <a:r>
              <a:rPr lang="en-IN" sz="2000" dirty="0"/>
              <a:t>&gt; map=new TreeMap&lt;Integer,String&gt;();</a:t>
            </a:r>
          </a:p>
          <a:p>
            <a:pPr marL="457200" lvl="1" indent="0">
              <a:buNone/>
            </a:pPr>
            <a:r>
              <a:rPr lang="en-IN" sz="2000" dirty="0" smtClean="0"/>
              <a:t>	</a:t>
            </a:r>
            <a:r>
              <a:rPr lang="en-IN" sz="2000" dirty="0" err="1" smtClean="0"/>
              <a:t>map.put</a:t>
            </a:r>
            <a:r>
              <a:rPr lang="en-IN" sz="2000" dirty="0" smtClean="0"/>
              <a:t>(100</a:t>
            </a:r>
            <a:r>
              <a:rPr lang="en-IN" sz="2000" dirty="0"/>
              <a:t>,"Amit");    </a:t>
            </a:r>
            <a:r>
              <a:rPr lang="en-IN" sz="2000" dirty="0" err="1" smtClean="0"/>
              <a:t>map.put</a:t>
            </a:r>
            <a:r>
              <a:rPr lang="en-IN" sz="2000" dirty="0" smtClean="0"/>
              <a:t>(102</a:t>
            </a:r>
            <a:r>
              <a:rPr lang="en-IN" sz="2000" dirty="0"/>
              <a:t>,"Ravi"); </a:t>
            </a:r>
          </a:p>
        </p:txBody>
      </p:sp>
      <p:pic>
        <p:nvPicPr>
          <p:cNvPr id="5122" name="Picture 2" descr="Java TreeMap class hierarchy">
            <a:extLst>
              <a:ext uri="{FF2B5EF4-FFF2-40B4-BE49-F238E27FC236}">
                <a16:creationId xmlns:a16="http://schemas.microsoft.com/office/drawing/2014/main" id="{97F1DF66-4B1A-6599-CB2F-B17EB5B8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6826" y="2792550"/>
            <a:ext cx="1570021" cy="275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29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Lambda Method: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72871"/>
            <a:ext cx="9922349" cy="3823426"/>
          </a:xfrm>
        </p:spPr>
        <p:txBody>
          <a:bodyPr>
            <a:normAutofit/>
          </a:bodyPr>
          <a:lstStyle/>
          <a:p>
            <a:r>
              <a:rPr lang="en-US" sz="2400" dirty="0"/>
              <a:t>A lambda expression is a </a:t>
            </a:r>
            <a:r>
              <a:rPr lang="en-US" sz="2400" b="1" dirty="0"/>
              <a:t>short block of code </a:t>
            </a:r>
            <a:r>
              <a:rPr lang="en-US" sz="2400" dirty="0"/>
              <a:t>which takes in parameters and returns a value. </a:t>
            </a:r>
            <a:endParaRPr lang="en-US" sz="2400" dirty="0" smtClean="0"/>
          </a:p>
          <a:p>
            <a:r>
              <a:rPr lang="en-US" sz="2400" dirty="0" smtClean="0"/>
              <a:t>It is </a:t>
            </a:r>
            <a:r>
              <a:rPr lang="en-US" sz="2400" b="1" dirty="0" smtClean="0"/>
              <a:t>similar </a:t>
            </a:r>
            <a:r>
              <a:rPr lang="en-US" sz="2400" b="1" dirty="0"/>
              <a:t>to methods</a:t>
            </a:r>
            <a:r>
              <a:rPr lang="en-US" sz="2400" dirty="0"/>
              <a:t>, but they </a:t>
            </a:r>
            <a:r>
              <a:rPr lang="en-US" sz="2400" b="1" dirty="0"/>
              <a:t>do not need a name</a:t>
            </a:r>
            <a:r>
              <a:rPr lang="en-US" sz="2400" dirty="0"/>
              <a:t> and they can be </a:t>
            </a:r>
            <a:r>
              <a:rPr lang="en-US" sz="2400" b="1" dirty="0"/>
              <a:t>implemented right in the body of a method</a:t>
            </a:r>
            <a:r>
              <a:rPr lang="en-US" sz="2400" b="1" dirty="0" smtClean="0"/>
              <a:t>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sz="2400" dirty="0"/>
              <a:t>		parameter -&gt; expression</a:t>
            </a:r>
          </a:p>
          <a:p>
            <a:pPr marL="0" indent="0">
              <a:buNone/>
            </a:pPr>
            <a:r>
              <a:rPr lang="en-US" sz="2400" dirty="0" smtClean="0"/>
              <a:t>		(</a:t>
            </a:r>
            <a:r>
              <a:rPr lang="en-US" sz="2400" dirty="0"/>
              <a:t>parameter1, parameter2) -&gt; { code block }</a:t>
            </a:r>
          </a:p>
        </p:txBody>
      </p:sp>
    </p:spTree>
    <p:extLst>
      <p:ext uri="{BB962C8B-B14F-4D97-AF65-F5344CB8AC3E}">
        <p14:creationId xmlns:p14="http://schemas.microsoft.com/office/powerpoint/2010/main" val="325652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Lambda with Interface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29691"/>
            <a:ext cx="9974600" cy="4023360"/>
          </a:xfrm>
        </p:spPr>
        <p:txBody>
          <a:bodyPr>
            <a:normAutofit/>
          </a:bodyPr>
          <a:lstStyle/>
          <a:p>
            <a:r>
              <a:rPr lang="en-US" sz="2000" dirty="0"/>
              <a:t>Lambda expressions can be </a:t>
            </a:r>
            <a:r>
              <a:rPr lang="en-US" sz="2000" b="1" dirty="0"/>
              <a:t>stored in variables </a:t>
            </a:r>
            <a:r>
              <a:rPr lang="en-US" sz="2000" dirty="0"/>
              <a:t>if the </a:t>
            </a:r>
            <a:r>
              <a:rPr lang="en-US" sz="2000" b="1" dirty="0"/>
              <a:t>variable's type is an interface </a:t>
            </a:r>
            <a:r>
              <a:rPr lang="en-US" sz="2000" dirty="0"/>
              <a:t>which has </a:t>
            </a:r>
            <a:r>
              <a:rPr lang="en-US" sz="2000" b="1" dirty="0"/>
              <a:t>only one method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lambda expression should have the </a:t>
            </a:r>
            <a:r>
              <a:rPr lang="en-US" sz="2000" b="1" dirty="0"/>
              <a:t>same number of parameters </a:t>
            </a:r>
            <a:r>
              <a:rPr lang="en-US" sz="2000" dirty="0"/>
              <a:t>and the </a:t>
            </a:r>
            <a:r>
              <a:rPr lang="en-US" sz="2000" b="1" dirty="0"/>
              <a:t>same return type</a:t>
            </a:r>
            <a:r>
              <a:rPr lang="en-US" sz="2000" dirty="0"/>
              <a:t> as that method. </a:t>
            </a:r>
            <a:endParaRPr lang="en-US" sz="2000" dirty="0" smtClean="0"/>
          </a:p>
          <a:p>
            <a:r>
              <a:rPr lang="en-US" sz="2000" dirty="0" smtClean="0"/>
              <a:t>Java </a:t>
            </a:r>
            <a:r>
              <a:rPr lang="en-US" sz="2000" dirty="0"/>
              <a:t>has many of these kinds </a:t>
            </a:r>
            <a:r>
              <a:rPr lang="en-US" sz="2000" b="1" dirty="0"/>
              <a:t>of interfaces built in</a:t>
            </a:r>
            <a:r>
              <a:rPr lang="en-US" sz="2000" dirty="0"/>
              <a:t>, such as the </a:t>
            </a:r>
            <a:r>
              <a:rPr lang="en-US" sz="2000" b="1" dirty="0"/>
              <a:t>Consumer interface (found in the </a:t>
            </a:r>
            <a:r>
              <a:rPr lang="en-US" sz="2000" b="1" dirty="0" err="1"/>
              <a:t>java.util</a:t>
            </a:r>
            <a:r>
              <a:rPr lang="en-US" sz="2000" b="1" dirty="0"/>
              <a:t> package</a:t>
            </a:r>
            <a:r>
              <a:rPr lang="en-US" sz="2000" dirty="0"/>
              <a:t>) used by lists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 smtClean="0"/>
              <a:t>Example: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</a:t>
            </a:r>
            <a:r>
              <a:rPr lang="en-US" sz="2000" b="1" dirty="0" smtClean="0"/>
              <a:t>Consumer&lt;Integer</a:t>
            </a:r>
            <a:r>
              <a:rPr lang="en-US" sz="2000" b="1" dirty="0"/>
              <a:t>&gt; method = (n) -&gt; { </a:t>
            </a:r>
            <a:r>
              <a:rPr lang="en-US" sz="2000" b="1" dirty="0" err="1"/>
              <a:t>System.out.println</a:t>
            </a:r>
            <a:r>
              <a:rPr lang="en-US" sz="2000" b="1" dirty="0"/>
              <a:t>(n); };</a:t>
            </a:r>
          </a:p>
          <a:p>
            <a:pPr marL="0" indent="0">
              <a:buNone/>
            </a:pPr>
            <a:r>
              <a:rPr lang="en-US" sz="2000" b="1" dirty="0" smtClean="0"/>
              <a:t>      		</a:t>
            </a:r>
            <a:r>
              <a:rPr lang="en-US" sz="2000" b="1" dirty="0" err="1" smtClean="0"/>
              <a:t>numbers.forEach</a:t>
            </a:r>
            <a:r>
              <a:rPr lang="en-US" sz="2000" b="1" dirty="0"/>
              <a:t>( method );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0905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75211" y="386533"/>
            <a:ext cx="8761413" cy="708025"/>
          </a:xfrm>
        </p:spPr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Example: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24298" y="1131025"/>
            <a:ext cx="9035732" cy="54112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import </a:t>
            </a:r>
            <a:r>
              <a:rPr lang="en-US" sz="2200" dirty="0" err="1"/>
              <a:t>java.util.ArrayList</a:t>
            </a:r>
            <a:r>
              <a:rPr lang="en-US" sz="2200" dirty="0"/>
              <a:t>;</a:t>
            </a:r>
          </a:p>
          <a:p>
            <a:pPr marL="0" indent="0">
              <a:buNone/>
            </a:pPr>
            <a:r>
              <a:rPr lang="en-US" sz="2200" dirty="0"/>
              <a:t>public class Main {</a:t>
            </a:r>
          </a:p>
          <a:p>
            <a:pPr marL="0" indent="0">
              <a:buNone/>
            </a:pPr>
            <a:r>
              <a:rPr lang="en-US" sz="2200" dirty="0"/>
              <a:t>  public static void main(String[] </a:t>
            </a:r>
            <a:r>
              <a:rPr lang="en-US" sz="2200" dirty="0" err="1"/>
              <a:t>args</a:t>
            </a:r>
            <a:r>
              <a:rPr lang="en-US" sz="2200" dirty="0"/>
              <a:t>) {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ArrayList</a:t>
            </a:r>
            <a:r>
              <a:rPr lang="en-US" sz="2200" dirty="0"/>
              <a:t>&lt;Integer&gt; numbers = new </a:t>
            </a:r>
            <a:r>
              <a:rPr lang="en-US" sz="2200" dirty="0" err="1"/>
              <a:t>ArrayList</a:t>
            </a:r>
            <a:r>
              <a:rPr lang="en-US" sz="2200" dirty="0"/>
              <a:t>&lt;Integer&gt;();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numbers.add</a:t>
            </a:r>
            <a:r>
              <a:rPr lang="en-US" sz="2200" dirty="0"/>
              <a:t>(5);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numbers.add</a:t>
            </a:r>
            <a:r>
              <a:rPr lang="en-US" sz="2200" dirty="0"/>
              <a:t>(9);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numbers.add</a:t>
            </a:r>
            <a:r>
              <a:rPr lang="en-US" sz="2200" dirty="0"/>
              <a:t>(8);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dirty="0" err="1"/>
              <a:t>numbers.add</a:t>
            </a:r>
            <a:r>
              <a:rPr lang="en-US" sz="2200" dirty="0"/>
              <a:t>(1);</a:t>
            </a:r>
          </a:p>
          <a:p>
            <a:pPr marL="0" indent="0">
              <a:buNone/>
            </a:pPr>
            <a:r>
              <a:rPr lang="en-US" sz="2200" dirty="0"/>
              <a:t>    </a:t>
            </a:r>
            <a:r>
              <a:rPr lang="en-US" sz="2200" b="1" dirty="0" err="1"/>
              <a:t>numbers.forEach</a:t>
            </a:r>
            <a:r>
              <a:rPr lang="en-US" sz="2200" b="1" dirty="0"/>
              <a:t>( (n) -&gt; </a:t>
            </a:r>
            <a:r>
              <a:rPr lang="en-US" sz="2200" b="1" dirty="0" smtClean="0"/>
              <a:t>{ </a:t>
            </a:r>
            <a:r>
              <a:rPr lang="en-US" sz="2200" b="1" dirty="0" err="1"/>
              <a:t>System.out.println</a:t>
            </a:r>
            <a:r>
              <a:rPr lang="en-US" sz="2200" b="1" dirty="0"/>
              <a:t>(n); } </a:t>
            </a:r>
            <a:r>
              <a:rPr lang="en-US" sz="2200" b="1" dirty="0" smtClean="0"/>
              <a:t>);</a:t>
            </a:r>
          </a:p>
          <a:p>
            <a:pPr marL="0" indent="0">
              <a:buNone/>
            </a:pPr>
            <a:r>
              <a:rPr lang="en-US" sz="2200" b="1" dirty="0"/>
              <a:t>    </a:t>
            </a:r>
            <a:r>
              <a:rPr lang="en-US" sz="2200" b="1" dirty="0" smtClean="0"/>
              <a:t>Consumer&lt;Integer&gt; method = (n) -&gt; { </a:t>
            </a:r>
            <a:r>
              <a:rPr lang="en-US" sz="2200" b="1" dirty="0" err="1" smtClean="0"/>
              <a:t>System.out.println</a:t>
            </a:r>
            <a:r>
              <a:rPr lang="en-US" sz="2200" b="1" dirty="0" smtClean="0"/>
              <a:t>(n); };</a:t>
            </a:r>
          </a:p>
          <a:p>
            <a:pPr marL="0" indent="0">
              <a:buNone/>
            </a:pPr>
            <a:r>
              <a:rPr lang="en-US" sz="2200" b="1" dirty="0" smtClean="0"/>
              <a:t>    </a:t>
            </a:r>
            <a:r>
              <a:rPr lang="en-US" sz="2200" b="1" dirty="0" err="1" smtClean="0"/>
              <a:t>numbers.forEach</a:t>
            </a:r>
            <a:r>
              <a:rPr lang="en-US" sz="2200" b="1" dirty="0" smtClean="0"/>
              <a:t>( method );</a:t>
            </a:r>
          </a:p>
          <a:p>
            <a:pPr marL="0" indent="0">
              <a:buNone/>
            </a:pPr>
            <a:r>
              <a:rPr lang="en-US" sz="2200" dirty="0" smtClean="0"/>
              <a:t>  }}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3328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Enum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337" y="2433682"/>
            <a:ext cx="9595777" cy="4084684"/>
          </a:xfrm>
        </p:spPr>
        <p:txBody>
          <a:bodyPr>
            <a:noAutofit/>
          </a:bodyPr>
          <a:lstStyle/>
          <a:p>
            <a:r>
              <a:rPr lang="en-US" sz="2200" dirty="0"/>
              <a:t>An </a:t>
            </a:r>
            <a:r>
              <a:rPr lang="en-US" sz="2200" dirty="0" err="1"/>
              <a:t>enum</a:t>
            </a:r>
            <a:r>
              <a:rPr lang="en-US" sz="2200" dirty="0"/>
              <a:t> is a </a:t>
            </a:r>
            <a:r>
              <a:rPr lang="en-US" sz="2200" b="1" dirty="0"/>
              <a:t>special "</a:t>
            </a:r>
            <a:r>
              <a:rPr lang="en-US" sz="2200" b="1" dirty="0" smtClean="0"/>
              <a:t>class”</a:t>
            </a:r>
            <a:r>
              <a:rPr lang="en-US" sz="2200" dirty="0" smtClean="0"/>
              <a:t> </a:t>
            </a:r>
            <a:r>
              <a:rPr lang="en-US" sz="2200" dirty="0"/>
              <a:t>that represents a </a:t>
            </a:r>
            <a:r>
              <a:rPr lang="en-US" sz="2200" b="1" dirty="0"/>
              <a:t>group of constants </a:t>
            </a:r>
            <a:r>
              <a:rPr lang="en-US" sz="2200" dirty="0"/>
              <a:t>(</a:t>
            </a:r>
            <a:r>
              <a:rPr lang="en-US" sz="2200" b="1" dirty="0"/>
              <a:t>unchangeable variables, like final variables</a:t>
            </a:r>
            <a:r>
              <a:rPr lang="en-US" sz="2200" dirty="0"/>
              <a:t>).</a:t>
            </a:r>
          </a:p>
          <a:p>
            <a:r>
              <a:rPr lang="en-US" sz="2200" dirty="0"/>
              <a:t>To create an </a:t>
            </a:r>
            <a:r>
              <a:rPr lang="en-US" sz="2200" dirty="0" err="1"/>
              <a:t>enum</a:t>
            </a:r>
            <a:r>
              <a:rPr lang="en-US" sz="2200" dirty="0"/>
              <a:t>, use the </a:t>
            </a:r>
            <a:r>
              <a:rPr lang="en-US" sz="2200" b="1" dirty="0" err="1"/>
              <a:t>enum</a:t>
            </a:r>
            <a:r>
              <a:rPr lang="en-US" sz="2200" b="1" dirty="0"/>
              <a:t> </a:t>
            </a:r>
            <a:r>
              <a:rPr lang="en-US" sz="2200" b="1" dirty="0" smtClean="0"/>
              <a:t>keyword </a:t>
            </a:r>
            <a:r>
              <a:rPr lang="en-US" sz="2200" dirty="0" smtClean="0"/>
              <a:t>and separate the </a:t>
            </a:r>
            <a:r>
              <a:rPr lang="en-US" sz="2200" b="1" dirty="0" smtClean="0"/>
              <a:t>constants with a comma</a:t>
            </a:r>
            <a:r>
              <a:rPr lang="en-US" sz="2200" dirty="0" smtClean="0"/>
              <a:t>. they </a:t>
            </a:r>
            <a:r>
              <a:rPr lang="en-US" sz="2200" dirty="0"/>
              <a:t>should be </a:t>
            </a:r>
            <a:r>
              <a:rPr lang="en-US" sz="2200" b="1" dirty="0"/>
              <a:t>in uppercase </a:t>
            </a:r>
            <a:r>
              <a:rPr lang="en-US" sz="2200" b="1" dirty="0" smtClean="0"/>
              <a:t>letters</a:t>
            </a:r>
            <a:r>
              <a:rPr lang="en-US" sz="22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200" b="1" dirty="0" err="1"/>
              <a:t>enum</a:t>
            </a:r>
            <a:r>
              <a:rPr lang="en-US" sz="2200" dirty="0"/>
              <a:t> Level </a:t>
            </a:r>
            <a:r>
              <a:rPr lang="en-US" sz="2200" dirty="0" smtClean="0"/>
              <a:t>{  </a:t>
            </a:r>
            <a:r>
              <a:rPr lang="en-US" sz="2200" dirty="0"/>
              <a:t>LOW</a:t>
            </a:r>
            <a:r>
              <a:rPr lang="en-US" sz="2200" dirty="0" smtClean="0"/>
              <a:t>,  MEDIUM, HIGH }</a:t>
            </a:r>
            <a:endParaRPr lang="en-US" sz="2200" dirty="0"/>
          </a:p>
          <a:p>
            <a:pPr marL="0" indent="0">
              <a:buNone/>
            </a:pPr>
            <a:r>
              <a:rPr lang="en-US" sz="2200" dirty="0" smtClean="0"/>
              <a:t>		Level </a:t>
            </a:r>
            <a:r>
              <a:rPr lang="en-US" sz="2200" dirty="0" err="1"/>
              <a:t>myVar</a:t>
            </a:r>
            <a:r>
              <a:rPr lang="en-US" sz="2200" dirty="0"/>
              <a:t> = </a:t>
            </a:r>
            <a:r>
              <a:rPr lang="en-US" sz="2200" b="1" dirty="0" err="1"/>
              <a:t>Level.MEDIUM</a:t>
            </a:r>
            <a:r>
              <a:rPr lang="en-US" sz="2200" dirty="0"/>
              <a:t>; </a:t>
            </a:r>
            <a:endParaRPr lang="en-US" sz="2200" dirty="0" smtClean="0"/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smtClean="0"/>
              <a:t>	</a:t>
            </a:r>
            <a:r>
              <a:rPr lang="en-US" sz="2200" b="1" dirty="0" smtClean="0"/>
              <a:t>Note:</a:t>
            </a:r>
            <a:r>
              <a:rPr lang="en-US" sz="2200" dirty="0" smtClean="0"/>
              <a:t> You </a:t>
            </a:r>
            <a:r>
              <a:rPr lang="en-US" sz="2200" dirty="0"/>
              <a:t>can access </a:t>
            </a:r>
            <a:r>
              <a:rPr lang="en-US" sz="2200" dirty="0" err="1"/>
              <a:t>enum</a:t>
            </a:r>
            <a:r>
              <a:rPr lang="en-US" sz="2200" dirty="0"/>
              <a:t> constants with the dot</a:t>
            </a:r>
          </a:p>
        </p:txBody>
      </p:sp>
    </p:spTree>
    <p:extLst>
      <p:ext uri="{BB962C8B-B14F-4D97-AF65-F5344CB8AC3E}">
        <p14:creationId xmlns:p14="http://schemas.microsoft.com/office/powerpoint/2010/main" val="63496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95DE9F-77C0-3435-2C17-6E1EC0F21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859" y="2099733"/>
            <a:ext cx="6134754" cy="1786467"/>
          </a:xfrm>
        </p:spPr>
        <p:txBody>
          <a:bodyPr/>
          <a:lstStyle/>
          <a:p>
            <a:r>
              <a:rPr lang="en-US" b="1" dirty="0"/>
              <a:t>FILE HANDLING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047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A0BF-E9F4-124F-65FC-3FBE630E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92140"/>
            <a:ext cx="8761413" cy="706964"/>
          </a:xfrm>
        </p:spPr>
        <p:txBody>
          <a:bodyPr/>
          <a:lstStyle/>
          <a:p>
            <a:r>
              <a:rPr lang="en-US" dirty="0"/>
              <a:t>Definition: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327F-6D7E-63C9-6EA5-2791E2041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097" y="2450143"/>
            <a:ext cx="9901646" cy="3934692"/>
          </a:xfrm>
        </p:spPr>
        <p:txBody>
          <a:bodyPr>
            <a:noAutofit/>
          </a:bodyPr>
          <a:lstStyle/>
          <a:p>
            <a:r>
              <a:rPr lang="en-US" sz="2200" dirty="0"/>
              <a:t>File handling is an important part of any application.</a:t>
            </a:r>
          </a:p>
          <a:p>
            <a:r>
              <a:rPr lang="en-US" sz="2200" dirty="0"/>
              <a:t>Java has several methods for </a:t>
            </a:r>
            <a:r>
              <a:rPr lang="en-US" sz="2200" b="1" dirty="0"/>
              <a:t>creating, reading, updating, and deleting files.</a:t>
            </a:r>
          </a:p>
          <a:p>
            <a:r>
              <a:rPr lang="en-US" sz="2200" dirty="0"/>
              <a:t>The </a:t>
            </a:r>
            <a:r>
              <a:rPr lang="en-US" sz="2200" b="1" dirty="0"/>
              <a:t>File class </a:t>
            </a:r>
            <a:r>
              <a:rPr lang="en-US" sz="2200" dirty="0"/>
              <a:t>from the </a:t>
            </a:r>
            <a:r>
              <a:rPr lang="en-US" sz="2200" b="1" dirty="0"/>
              <a:t>java.io package</a:t>
            </a:r>
            <a:r>
              <a:rPr lang="en-US" sz="2200" dirty="0"/>
              <a:t>, allows us to work with files.</a:t>
            </a:r>
            <a:r>
              <a:rPr lang="en-US" sz="2200" b="1" dirty="0" smtClean="0"/>
              <a:t>	</a:t>
            </a:r>
            <a:endParaRPr lang="en-US" sz="2200" dirty="0"/>
          </a:p>
          <a:p>
            <a:r>
              <a:rPr lang="en-US" sz="2200" dirty="0"/>
              <a:t>To create a file - </a:t>
            </a:r>
            <a:r>
              <a:rPr lang="en-US" sz="2200" b="1" dirty="0" err="1"/>
              <a:t>createNewFile</a:t>
            </a:r>
            <a:r>
              <a:rPr lang="en-US" sz="2200" b="1" dirty="0"/>
              <a:t>() </a:t>
            </a:r>
            <a:r>
              <a:rPr lang="en-US" sz="2200" dirty="0"/>
              <a:t>method</a:t>
            </a:r>
          </a:p>
          <a:p>
            <a:r>
              <a:rPr lang="en-US" sz="2200" dirty="0"/>
              <a:t>To write inside </a:t>
            </a:r>
            <a:r>
              <a:rPr lang="en-US" sz="2200" dirty="0" smtClean="0"/>
              <a:t>file </a:t>
            </a:r>
            <a:r>
              <a:rPr lang="en-US" sz="2200" dirty="0"/>
              <a:t>the </a:t>
            </a:r>
            <a:r>
              <a:rPr lang="en-US" sz="2200" b="1" dirty="0" err="1"/>
              <a:t>FileWriter</a:t>
            </a:r>
            <a:r>
              <a:rPr lang="en-US" sz="2200" dirty="0"/>
              <a:t> </a:t>
            </a:r>
            <a:r>
              <a:rPr lang="en-US" sz="2200" b="1" dirty="0"/>
              <a:t>class</a:t>
            </a:r>
            <a:r>
              <a:rPr lang="en-US" sz="2200" dirty="0"/>
              <a:t> together with its </a:t>
            </a:r>
            <a:r>
              <a:rPr lang="en-US" sz="2200" b="1" dirty="0"/>
              <a:t>write() method</a:t>
            </a:r>
          </a:p>
          <a:p>
            <a:r>
              <a:rPr lang="en-US" sz="2200" dirty="0"/>
              <a:t>use the </a:t>
            </a:r>
            <a:r>
              <a:rPr lang="en-US" sz="2200" b="1" dirty="0"/>
              <a:t>Scanner class to read </a:t>
            </a:r>
            <a:r>
              <a:rPr lang="en-US" sz="2200" dirty="0"/>
              <a:t>the contents of the text file</a:t>
            </a:r>
          </a:p>
          <a:p>
            <a:r>
              <a:rPr lang="en-US" sz="2200" dirty="0"/>
              <a:t>To </a:t>
            </a:r>
            <a:r>
              <a:rPr lang="en-US" sz="2200" b="1" dirty="0"/>
              <a:t>delete a file </a:t>
            </a:r>
            <a:r>
              <a:rPr lang="en-US" sz="2200" dirty="0"/>
              <a:t>in Java, use the </a:t>
            </a:r>
            <a:r>
              <a:rPr lang="en-US" sz="2200" b="1" dirty="0"/>
              <a:t>delete()</a:t>
            </a:r>
            <a:r>
              <a:rPr lang="en-US" sz="2200" dirty="0"/>
              <a:t> method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05003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6F70E0-55C0-4A68-AEE2-4FBBE3F0E83D}"/>
              </a:ext>
            </a:extLst>
          </p:cNvPr>
          <p:cNvSpPr txBox="1">
            <a:spLocks/>
          </p:cNvSpPr>
          <p:nvPr/>
        </p:nvSpPr>
        <p:spPr>
          <a:xfrm>
            <a:off x="1422808" y="914400"/>
            <a:ext cx="9263664" cy="548151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IN" sz="2800" b="1" dirty="0" smtClean="0">
                <a:solidFill>
                  <a:schemeClr val="accent1"/>
                </a:solidFill>
              </a:rPr>
              <a:t>To Create:</a:t>
            </a:r>
          </a:p>
          <a:p>
            <a:pPr marL="457200" lvl="1" indent="0">
              <a:buFont typeface="Wingdings 3" charset="2"/>
              <a:buNone/>
            </a:pPr>
            <a:r>
              <a:rPr lang="en-IN" sz="2400" b="1" dirty="0" smtClean="0"/>
              <a:t>		 	 </a:t>
            </a:r>
            <a:r>
              <a:rPr lang="en-US" sz="2400" dirty="0" smtClean="0"/>
              <a:t>File &lt;</a:t>
            </a:r>
            <a:r>
              <a:rPr lang="en-US" sz="2400" b="1" dirty="0" err="1" smtClean="0"/>
              <a:t>fobj</a:t>
            </a:r>
            <a:r>
              <a:rPr lang="en-US" sz="2400" dirty="0" smtClean="0"/>
              <a:t>&gt; = new File(&lt;path of text file&gt;);</a:t>
            </a:r>
            <a:endParaRPr lang="en-IN" sz="2400" b="1" dirty="0" smtClean="0"/>
          </a:p>
          <a:p>
            <a:pPr marL="457200" lvl="1" indent="0">
              <a:buFont typeface="Wingdings 3" charset="2"/>
              <a:buNone/>
            </a:pPr>
            <a:r>
              <a:rPr lang="en-IN" sz="2400" b="1" dirty="0" smtClean="0"/>
              <a:t>			 </a:t>
            </a:r>
            <a:r>
              <a:rPr lang="en-IN" sz="2400" dirty="0" smtClean="0"/>
              <a:t>&lt;</a:t>
            </a:r>
            <a:r>
              <a:rPr lang="en-IN" sz="2400" dirty="0" err="1" smtClean="0"/>
              <a:t>fobj</a:t>
            </a:r>
            <a:r>
              <a:rPr lang="en-IN" sz="2400" dirty="0" smtClean="0"/>
              <a:t>&gt;.</a:t>
            </a:r>
            <a:r>
              <a:rPr lang="en-IN" sz="2400" b="1" dirty="0" err="1" smtClean="0"/>
              <a:t>createNewFile</a:t>
            </a:r>
            <a:r>
              <a:rPr lang="en-IN" sz="2400" b="1" dirty="0" smtClean="0"/>
              <a:t>()</a:t>
            </a:r>
            <a:r>
              <a:rPr lang="en-IN" sz="2400" dirty="0" smtClean="0"/>
              <a:t>;</a:t>
            </a:r>
            <a:endParaRPr lang="en-IN" sz="2400" b="1" dirty="0" smtClean="0"/>
          </a:p>
          <a:p>
            <a:pPr marL="0" indent="0">
              <a:buFont typeface="Wingdings 3" charset="2"/>
              <a:buNone/>
            </a:pPr>
            <a:r>
              <a:rPr lang="en-IN" sz="2800" b="1" dirty="0" smtClean="0">
                <a:solidFill>
                  <a:schemeClr val="accent1"/>
                </a:solidFill>
              </a:rPr>
              <a:t>To Write:</a:t>
            </a:r>
          </a:p>
          <a:p>
            <a:pPr marL="457200" lvl="1" indent="0">
              <a:buFont typeface="Wingdings 3" charset="2"/>
              <a:buNone/>
            </a:pPr>
            <a:r>
              <a:rPr lang="en-IN" sz="2400" b="1" dirty="0" smtClean="0"/>
              <a:t>		   	</a:t>
            </a:r>
            <a:r>
              <a:rPr lang="en-IN" sz="2400" dirty="0" err="1" smtClean="0"/>
              <a:t>FileWriter</a:t>
            </a:r>
            <a:r>
              <a:rPr lang="en-IN" sz="2400" dirty="0" smtClean="0"/>
              <a:t> &lt;</a:t>
            </a:r>
            <a:r>
              <a:rPr lang="en-IN" sz="2400" b="1" dirty="0" err="1" smtClean="0"/>
              <a:t>wobj</a:t>
            </a:r>
            <a:r>
              <a:rPr lang="en-IN" sz="2400" dirty="0" smtClean="0"/>
              <a:t>&gt; = new </a:t>
            </a:r>
            <a:r>
              <a:rPr lang="en-IN" sz="2400" dirty="0" err="1" smtClean="0"/>
              <a:t>FileWriter</a:t>
            </a:r>
            <a:r>
              <a:rPr lang="en-IN" sz="2400" dirty="0" smtClean="0"/>
              <a:t>(&lt;</a:t>
            </a:r>
            <a:r>
              <a:rPr lang="en-IN" sz="2400" dirty="0" err="1" smtClean="0"/>
              <a:t>fobj</a:t>
            </a:r>
            <a:r>
              <a:rPr lang="en-IN" sz="2400" dirty="0" smtClean="0"/>
              <a:t>&gt;);</a:t>
            </a:r>
          </a:p>
          <a:p>
            <a:pPr marL="457200" lvl="1" indent="0">
              <a:buFont typeface="Wingdings 3" charset="2"/>
              <a:buNone/>
            </a:pPr>
            <a:r>
              <a:rPr lang="en-IN" sz="2400" dirty="0" smtClean="0"/>
              <a:t>			&lt;</a:t>
            </a:r>
            <a:r>
              <a:rPr lang="en-IN" sz="2400" dirty="0" err="1" smtClean="0"/>
              <a:t>wobj</a:t>
            </a:r>
            <a:r>
              <a:rPr lang="en-IN" sz="2400" dirty="0" smtClean="0"/>
              <a:t>&gt;.</a:t>
            </a:r>
            <a:r>
              <a:rPr lang="en-IN" sz="2400" b="1" dirty="0" smtClean="0"/>
              <a:t>write(“Hello”)</a:t>
            </a:r>
            <a:r>
              <a:rPr lang="en-IN" sz="2400" dirty="0" smtClean="0"/>
              <a:t>;</a:t>
            </a:r>
            <a:endParaRPr lang="en-IN" sz="2400" b="1" dirty="0" smtClean="0"/>
          </a:p>
          <a:p>
            <a:pPr marL="0" indent="0">
              <a:buFont typeface="Wingdings 3" charset="2"/>
              <a:buNone/>
            </a:pPr>
            <a:r>
              <a:rPr lang="en-IN" sz="2800" b="1" dirty="0" smtClean="0">
                <a:solidFill>
                  <a:schemeClr val="accent1"/>
                </a:solidFill>
              </a:rPr>
              <a:t>To Add:</a:t>
            </a:r>
          </a:p>
          <a:p>
            <a:pPr marL="457200" lvl="1" indent="0">
              <a:buFont typeface="Wingdings 3" charset="2"/>
              <a:buNone/>
            </a:pPr>
            <a:r>
              <a:rPr lang="en-IN" sz="2400" b="1" dirty="0" smtClean="0"/>
              <a:t>			</a:t>
            </a:r>
            <a:r>
              <a:rPr lang="en-IN" sz="2400" dirty="0" smtClean="0"/>
              <a:t> &lt;</a:t>
            </a:r>
            <a:r>
              <a:rPr lang="en-IN" sz="2400" dirty="0" err="1" smtClean="0"/>
              <a:t>wobj</a:t>
            </a:r>
            <a:r>
              <a:rPr lang="en-IN" sz="2400" dirty="0" smtClean="0"/>
              <a:t>&gt;.</a:t>
            </a:r>
            <a:r>
              <a:rPr lang="en-IN" sz="2400" b="1" dirty="0" smtClean="0"/>
              <a:t>append</a:t>
            </a:r>
            <a:r>
              <a:rPr lang="en-IN" sz="2400" dirty="0" smtClean="0"/>
              <a:t>(“</a:t>
            </a:r>
            <a:r>
              <a:rPr lang="en-IN" sz="2400" dirty="0" err="1" smtClean="0"/>
              <a:t>Wolrd</a:t>
            </a:r>
            <a:r>
              <a:rPr lang="en-IN" sz="2400" dirty="0" smtClean="0"/>
              <a:t>”);</a:t>
            </a:r>
          </a:p>
          <a:p>
            <a:pPr marL="457200" lvl="1" indent="0">
              <a:buFont typeface="Wingdings 3" charset="2"/>
              <a:buNone/>
            </a:pPr>
            <a:r>
              <a:rPr lang="en-IN" sz="2400" dirty="0" smtClean="0"/>
              <a:t>			&lt;</a:t>
            </a:r>
            <a:r>
              <a:rPr lang="en-IN" sz="2400" dirty="0" err="1" smtClean="0"/>
              <a:t>wobj</a:t>
            </a:r>
            <a:r>
              <a:rPr lang="en-IN" sz="2400" dirty="0" smtClean="0"/>
              <a:t>&gt;.</a:t>
            </a:r>
            <a:r>
              <a:rPr lang="en-IN" sz="2400" b="1" dirty="0" smtClean="0"/>
              <a:t>flush()</a:t>
            </a:r>
            <a:r>
              <a:rPr lang="en-IN" sz="2400" dirty="0" smtClean="0"/>
              <a:t>; </a:t>
            </a:r>
            <a:r>
              <a:rPr lang="en-IN" sz="2400" dirty="0" smtClean="0">
                <a:sym typeface="Wingdings" panose="05000000000000000000" pitchFamily="2" charset="2"/>
              </a:rPr>
              <a:t> Push data into file</a:t>
            </a:r>
          </a:p>
          <a:p>
            <a:pPr marL="457200" lvl="1" indent="0">
              <a:buFont typeface="Wingdings 3" charset="2"/>
              <a:buNone/>
            </a:pPr>
            <a:r>
              <a:rPr lang="en-IN" sz="2400" dirty="0" smtClean="0"/>
              <a:t>			&lt;</a:t>
            </a:r>
            <a:r>
              <a:rPr lang="en-IN" sz="2400" dirty="0" err="1" smtClean="0"/>
              <a:t>wobj</a:t>
            </a:r>
            <a:r>
              <a:rPr lang="en-IN" sz="2400" dirty="0" smtClean="0"/>
              <a:t>&gt;.</a:t>
            </a:r>
            <a:r>
              <a:rPr lang="en-IN" sz="2400" b="1" dirty="0" smtClean="0"/>
              <a:t>close()</a:t>
            </a:r>
            <a:r>
              <a:rPr lang="en-IN" sz="2400" dirty="0" smtClean="0"/>
              <a:t>;</a:t>
            </a:r>
            <a:endParaRPr lang="en-IN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81627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D5C297-4C26-5C94-3564-30BB4E6101FB}"/>
              </a:ext>
            </a:extLst>
          </p:cNvPr>
          <p:cNvSpPr txBox="1">
            <a:spLocks/>
          </p:cNvSpPr>
          <p:nvPr/>
        </p:nvSpPr>
        <p:spPr>
          <a:xfrm>
            <a:off x="1307219" y="655782"/>
            <a:ext cx="8761413" cy="60036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To </a:t>
            </a:r>
            <a:r>
              <a:rPr lang="en-US" sz="2400" b="1" dirty="0" smtClean="0">
                <a:solidFill>
                  <a:schemeClr val="accent1"/>
                </a:solidFill>
              </a:rPr>
              <a:t>Read:</a:t>
            </a:r>
            <a:endParaRPr lang="en-US" sz="2400" dirty="0" smtClean="0"/>
          </a:p>
          <a:p>
            <a:pPr marL="0" indent="0">
              <a:buFont typeface="Wingdings 3" charset="2"/>
              <a:buNone/>
            </a:pPr>
            <a:r>
              <a:rPr lang="en-US" sz="2400" dirty="0" smtClean="0"/>
              <a:t>			</a:t>
            </a:r>
            <a:r>
              <a:rPr lang="en-US" sz="2200" dirty="0" err="1" smtClean="0"/>
              <a:t>FileReader</a:t>
            </a:r>
            <a:r>
              <a:rPr lang="en-US" sz="2200" dirty="0" smtClean="0"/>
              <a:t> &lt;</a:t>
            </a:r>
            <a:r>
              <a:rPr lang="en-US" sz="2200" b="1" dirty="0" err="1" smtClean="0"/>
              <a:t>Robj</a:t>
            </a:r>
            <a:r>
              <a:rPr lang="en-US" sz="2200" dirty="0" smtClean="0"/>
              <a:t>&gt; = new </a:t>
            </a:r>
            <a:r>
              <a:rPr lang="en-US" sz="2200" dirty="0" err="1" smtClean="0"/>
              <a:t>FileReader</a:t>
            </a:r>
            <a:r>
              <a:rPr lang="en-US" sz="2200" dirty="0" smtClean="0"/>
              <a:t>(</a:t>
            </a:r>
            <a:r>
              <a:rPr lang="en-US" sz="2200" dirty="0" err="1" smtClean="0"/>
              <a:t>Fobj</a:t>
            </a:r>
            <a:r>
              <a:rPr lang="en-US" sz="2200" dirty="0" smtClean="0"/>
              <a:t>);</a:t>
            </a:r>
          </a:p>
          <a:p>
            <a:pPr marL="0" indent="0">
              <a:buFont typeface="Wingdings 3" charset="2"/>
              <a:buNone/>
            </a:pPr>
            <a:r>
              <a:rPr lang="en-US" sz="2200" dirty="0" smtClean="0"/>
              <a:t>			Scanner s = new Scanner(</a:t>
            </a:r>
            <a:r>
              <a:rPr lang="en-US" sz="2200" dirty="0" err="1" smtClean="0"/>
              <a:t>Robj</a:t>
            </a:r>
            <a:r>
              <a:rPr lang="en-US" sz="2200" dirty="0" smtClean="0"/>
              <a:t>);</a:t>
            </a:r>
          </a:p>
          <a:p>
            <a:pPr marL="0" indent="0">
              <a:buFont typeface="Wingdings 3" charset="2"/>
              <a:buNone/>
            </a:pPr>
            <a:r>
              <a:rPr lang="en-US" sz="2200" dirty="0" smtClean="0"/>
              <a:t>			while(</a:t>
            </a:r>
            <a:r>
              <a:rPr lang="en-US" sz="2200" b="1" dirty="0" err="1" smtClean="0"/>
              <a:t>s.hasNextLine</a:t>
            </a:r>
            <a:r>
              <a:rPr lang="en-US" sz="2200" b="1" dirty="0" smtClean="0"/>
              <a:t>()</a:t>
            </a:r>
            <a:r>
              <a:rPr lang="en-US" sz="2200" dirty="0" smtClean="0"/>
              <a:t>) {</a:t>
            </a:r>
          </a:p>
          <a:p>
            <a:pPr marL="0" indent="0">
              <a:buFont typeface="Wingdings 3" charset="2"/>
              <a:buNone/>
            </a:pPr>
            <a:r>
              <a:rPr lang="en-US" sz="2200" dirty="0" smtClean="0"/>
              <a:t>				</a:t>
            </a:r>
            <a:r>
              <a:rPr lang="en-US" sz="2200" dirty="0" err="1" smtClean="0"/>
              <a:t>System.out.println</a:t>
            </a:r>
            <a:r>
              <a:rPr lang="en-US" sz="2200" dirty="0" smtClean="0"/>
              <a:t>(</a:t>
            </a:r>
            <a:r>
              <a:rPr lang="en-US" sz="2200" b="1" dirty="0" err="1" smtClean="0"/>
              <a:t>s.next</a:t>
            </a:r>
            <a:r>
              <a:rPr lang="en-US" sz="2200" b="1" dirty="0" smtClean="0"/>
              <a:t>()</a:t>
            </a:r>
            <a:r>
              <a:rPr lang="en-US" sz="2200" dirty="0" smtClean="0"/>
              <a:t>);</a:t>
            </a:r>
          </a:p>
          <a:p>
            <a:pPr marL="0" indent="0">
              <a:buFont typeface="Wingdings 3" charset="2"/>
              <a:buNone/>
            </a:pPr>
            <a:r>
              <a:rPr lang="en-US" sz="2200" dirty="0" smtClean="0"/>
              <a:t>			}</a:t>
            </a:r>
          </a:p>
          <a:p>
            <a:pPr marL="0" indent="0">
              <a:buFont typeface="Wingdings 3" charset="2"/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To Delete:</a:t>
            </a:r>
          </a:p>
          <a:p>
            <a:pPr marL="914400" lvl="2" indent="0">
              <a:buFont typeface="Wingdings 3" charset="2"/>
              <a:buNone/>
            </a:pPr>
            <a:r>
              <a:rPr lang="en-US" sz="2400" b="1" dirty="0" smtClean="0"/>
              <a:t>		</a:t>
            </a:r>
            <a:r>
              <a:rPr lang="en-US" sz="2400" dirty="0" smtClean="0"/>
              <a:t>File &lt;</a:t>
            </a:r>
            <a:r>
              <a:rPr lang="en-US" sz="2400" b="1" dirty="0" err="1" smtClean="0"/>
              <a:t>fobj</a:t>
            </a:r>
            <a:r>
              <a:rPr lang="en-US" sz="2400" dirty="0" smtClean="0"/>
              <a:t>&gt; = new File(&lt;path of text file&gt;);</a:t>
            </a:r>
            <a:endParaRPr lang="en-US" sz="2400" b="1" dirty="0" smtClean="0"/>
          </a:p>
          <a:p>
            <a:pPr marL="0" indent="0">
              <a:buFont typeface="Wingdings 3" charset="2"/>
              <a:buNone/>
            </a:pPr>
            <a:r>
              <a:rPr lang="en-US" sz="2400" b="1" dirty="0" smtClean="0"/>
              <a:t>				&lt;</a:t>
            </a:r>
            <a:r>
              <a:rPr lang="en-US" sz="2400" b="1" dirty="0" err="1" smtClean="0"/>
              <a:t>fobj</a:t>
            </a:r>
            <a:r>
              <a:rPr lang="en-US" sz="2400" b="1" dirty="0" smtClean="0"/>
              <a:t>&gt;.delete();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To Create Folder:</a:t>
            </a:r>
            <a:r>
              <a:rPr lang="en-US" sz="2400" b="1" dirty="0"/>
              <a:t>	</a:t>
            </a:r>
          </a:p>
          <a:p>
            <a:pPr marL="0" indent="0">
              <a:buNone/>
            </a:pPr>
            <a:r>
              <a:rPr lang="en-US" sz="2400" b="1" dirty="0"/>
              <a:t>				</a:t>
            </a:r>
            <a:r>
              <a:rPr lang="en-US" sz="2400" dirty="0"/>
              <a:t>File &lt;</a:t>
            </a:r>
            <a:r>
              <a:rPr lang="en-US" sz="2400" b="1" dirty="0" err="1"/>
              <a:t>fobj</a:t>
            </a:r>
            <a:r>
              <a:rPr lang="en-US" sz="2400" dirty="0"/>
              <a:t>&gt; = new File(&lt;path of folder&gt;);</a:t>
            </a:r>
          </a:p>
          <a:p>
            <a:pPr marL="0" indent="0">
              <a:buNone/>
            </a:pPr>
            <a:r>
              <a:rPr lang="en-US" sz="2400" b="1" dirty="0"/>
              <a:t>				&lt;</a:t>
            </a:r>
            <a:r>
              <a:rPr lang="en-US" sz="2400" b="1" dirty="0" err="1"/>
              <a:t>fobj</a:t>
            </a:r>
            <a:r>
              <a:rPr lang="en-US" sz="2400" b="1" dirty="0"/>
              <a:t>&gt;.</a:t>
            </a:r>
            <a:r>
              <a:rPr lang="en-US" sz="2400" b="1" dirty="0" err="1"/>
              <a:t>mkdir</a:t>
            </a:r>
            <a:r>
              <a:rPr lang="en-US" sz="2400" b="1" dirty="0"/>
              <a:t>();</a:t>
            </a:r>
          </a:p>
          <a:p>
            <a:pPr marL="0" indent="0">
              <a:buFont typeface="Wingdings 3" charset="2"/>
              <a:buNone/>
            </a:pP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421176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7CA4-37F0-C0A0-34FA-983EAA6B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&amp; Deserialization: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3D6C-2DEF-0C24-D95B-66E19A26A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6" y="2495005"/>
            <a:ext cx="9555679" cy="3933503"/>
          </a:xfrm>
        </p:spPr>
        <p:txBody>
          <a:bodyPr>
            <a:noAutofit/>
          </a:bodyPr>
          <a:lstStyle/>
          <a:p>
            <a:r>
              <a:rPr lang="en-US" sz="2200" dirty="0"/>
              <a:t>Serialization in Java is a mechanism of writing the </a:t>
            </a:r>
            <a:r>
              <a:rPr lang="en-US" sz="2200" b="1" dirty="0"/>
              <a:t>state of an object into a byte-stream. </a:t>
            </a:r>
          </a:p>
          <a:p>
            <a:r>
              <a:rPr lang="en-US" sz="2200" dirty="0"/>
              <a:t>It is mainly used in </a:t>
            </a:r>
            <a:r>
              <a:rPr lang="en-US" sz="2200" b="1" dirty="0"/>
              <a:t>Hibernate, RMI, JPA, EJB and JMS </a:t>
            </a:r>
            <a:r>
              <a:rPr lang="en-US" sz="2200" dirty="0"/>
              <a:t>technologies.</a:t>
            </a:r>
          </a:p>
          <a:p>
            <a:r>
              <a:rPr lang="en-US" sz="2200" dirty="0"/>
              <a:t>The reverse operation of serialization is called </a:t>
            </a:r>
            <a:r>
              <a:rPr lang="en-US" sz="2200" b="1" dirty="0"/>
              <a:t>deserialization</a:t>
            </a:r>
            <a:r>
              <a:rPr lang="en-US" sz="2200" dirty="0"/>
              <a:t> where </a:t>
            </a:r>
            <a:r>
              <a:rPr lang="en-US" sz="2200" b="1" dirty="0"/>
              <a:t>byte-stream is converted into an object</a:t>
            </a:r>
            <a:r>
              <a:rPr lang="en-US" sz="2200" dirty="0"/>
              <a:t>. </a:t>
            </a:r>
          </a:p>
          <a:p>
            <a:r>
              <a:rPr lang="en-US" sz="2200" dirty="0"/>
              <a:t>The serialization and deserialization process is </a:t>
            </a:r>
            <a:r>
              <a:rPr lang="en-US" sz="2200" b="1" dirty="0"/>
              <a:t>platform-independent</a:t>
            </a:r>
            <a:r>
              <a:rPr lang="en-US" sz="2200" dirty="0"/>
              <a:t>, it means you can </a:t>
            </a:r>
            <a:r>
              <a:rPr lang="en-US" sz="2200" b="1" dirty="0"/>
              <a:t>serialize an object on one platform</a:t>
            </a:r>
            <a:r>
              <a:rPr lang="en-US" sz="2200" dirty="0"/>
              <a:t> and </a:t>
            </a:r>
            <a:r>
              <a:rPr lang="en-US" sz="2200" b="1" dirty="0"/>
              <a:t>deserialize it on a different platform</a:t>
            </a:r>
            <a:r>
              <a:rPr lang="en-US" sz="2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448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96622A-4A3C-FA9D-142E-026718C7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3D2BF-0BF2-A689-3D90-497F575DC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827" y="2867774"/>
            <a:ext cx="8866501" cy="3044267"/>
          </a:xfrm>
        </p:spPr>
        <p:txBody>
          <a:bodyPr>
            <a:normAutofit/>
          </a:bodyPr>
          <a:lstStyle/>
          <a:p>
            <a:r>
              <a:rPr lang="en-US" sz="2400" dirty="0"/>
              <a:t>The String class and all the wrapper classes implement the </a:t>
            </a:r>
            <a:r>
              <a:rPr lang="en-US" sz="2400" b="1" dirty="0"/>
              <a:t>java.io.Serializable interface </a:t>
            </a:r>
            <a:r>
              <a:rPr lang="en-US" sz="2400" dirty="0"/>
              <a:t>by default.</a:t>
            </a:r>
          </a:p>
          <a:p>
            <a:r>
              <a:rPr lang="en-US" sz="2400" dirty="0"/>
              <a:t>For serializing the object, we call the </a:t>
            </a:r>
            <a:r>
              <a:rPr lang="en-US" sz="2400" b="1" dirty="0"/>
              <a:t>writeObject() </a:t>
            </a:r>
            <a:r>
              <a:rPr lang="en-US" sz="2400" dirty="0"/>
              <a:t>method of </a:t>
            </a:r>
            <a:r>
              <a:rPr lang="en-US" sz="2400" b="1" dirty="0"/>
              <a:t>ObjectOutputStream</a:t>
            </a:r>
            <a:r>
              <a:rPr lang="en-US" sz="2400" dirty="0"/>
              <a:t> class.</a:t>
            </a:r>
          </a:p>
          <a:p>
            <a:r>
              <a:rPr lang="en-US" sz="2400" dirty="0"/>
              <a:t>For deserialization we call the </a:t>
            </a:r>
            <a:r>
              <a:rPr lang="en-US" sz="2400" b="1" dirty="0"/>
              <a:t>readObject() </a:t>
            </a:r>
            <a:r>
              <a:rPr lang="en-US" sz="2400" dirty="0"/>
              <a:t>method of </a:t>
            </a:r>
            <a:r>
              <a:rPr lang="en-US" sz="2400" b="1" dirty="0"/>
              <a:t>ObjectInputStream</a:t>
            </a:r>
            <a:r>
              <a:rPr lang="en-US" sz="2400" dirty="0"/>
              <a:t> class.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744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075611" y="2099733"/>
            <a:ext cx="5905002" cy="1988941"/>
          </a:xfrm>
        </p:spPr>
        <p:txBody>
          <a:bodyPr/>
          <a:lstStyle/>
          <a:p>
            <a:r>
              <a:rPr lang="en-US" b="1" dirty="0" smtClean="0"/>
              <a:t>Stream API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2914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Stream API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2519" y="2407556"/>
            <a:ext cx="9634967" cy="3967118"/>
          </a:xfrm>
        </p:spPr>
        <p:txBody>
          <a:bodyPr>
            <a:normAutofit/>
          </a:bodyPr>
          <a:lstStyle/>
          <a:p>
            <a:r>
              <a:rPr lang="en-US" sz="2200" b="1" dirty="0"/>
              <a:t>Stream</a:t>
            </a:r>
            <a:r>
              <a:rPr lang="en-US" sz="2200" dirty="0"/>
              <a:t> was introduced in </a:t>
            </a:r>
            <a:r>
              <a:rPr lang="en-US" sz="2200" u="sng" dirty="0">
                <a:hlinkClick r:id="rId2"/>
              </a:rPr>
              <a:t>Java 8</a:t>
            </a:r>
            <a:r>
              <a:rPr lang="en-US" sz="2200" dirty="0"/>
              <a:t>, the </a:t>
            </a:r>
            <a:r>
              <a:rPr lang="en-US" sz="2200" b="1" dirty="0"/>
              <a:t>Stream API</a:t>
            </a:r>
            <a:r>
              <a:rPr lang="en-US" sz="2200" dirty="0"/>
              <a:t> is used to process </a:t>
            </a:r>
            <a:r>
              <a:rPr lang="en-US" sz="2200" b="1" dirty="0"/>
              <a:t>collections of objects</a:t>
            </a:r>
            <a:r>
              <a:rPr lang="en-US" sz="2200" dirty="0"/>
              <a:t>. </a:t>
            </a:r>
            <a:endParaRPr lang="en-US" sz="2200" dirty="0" smtClean="0"/>
          </a:p>
          <a:p>
            <a:r>
              <a:rPr lang="en-US" sz="2200" dirty="0" smtClean="0"/>
              <a:t>A</a:t>
            </a:r>
            <a:r>
              <a:rPr lang="en-US" sz="2200" dirty="0"/>
              <a:t> stream in Java is a </a:t>
            </a:r>
            <a:r>
              <a:rPr lang="en-US" sz="2200" b="1" dirty="0"/>
              <a:t>sequence of objects that supports various methods </a:t>
            </a:r>
            <a:r>
              <a:rPr lang="en-US" sz="2200" dirty="0"/>
              <a:t>that can be pipelined to produce the desired result</a:t>
            </a:r>
            <a:r>
              <a:rPr lang="en-US" sz="2200" dirty="0" smtClean="0"/>
              <a:t>.</a:t>
            </a:r>
            <a:endParaRPr lang="en-US" sz="2200" dirty="0"/>
          </a:p>
          <a:p>
            <a:pPr marL="0" indent="0" fontAlgn="base">
              <a:buNone/>
            </a:pPr>
            <a:r>
              <a:rPr lang="en-US" sz="2400" b="1" dirty="0"/>
              <a:t>Use of Stream in </a:t>
            </a:r>
            <a:r>
              <a:rPr lang="en-US" sz="2400" b="1" dirty="0" smtClean="0"/>
              <a:t>Java:</a:t>
            </a:r>
            <a:endParaRPr lang="en-US" sz="2200" dirty="0" smtClean="0"/>
          </a:p>
          <a:p>
            <a:pPr lvl="1" fontAlgn="base"/>
            <a:r>
              <a:rPr lang="en-US" sz="2200" dirty="0" smtClean="0"/>
              <a:t>Stream API is a way to </a:t>
            </a:r>
            <a:r>
              <a:rPr lang="en-US" sz="2200" b="1" dirty="0" smtClean="0"/>
              <a:t>express and process </a:t>
            </a:r>
            <a:r>
              <a:rPr lang="en-US" sz="2200" dirty="0" smtClean="0"/>
              <a:t>collections of objects.</a:t>
            </a:r>
          </a:p>
          <a:p>
            <a:pPr lvl="1" fontAlgn="base"/>
            <a:r>
              <a:rPr lang="en-US" sz="2200" dirty="0" smtClean="0"/>
              <a:t>Enable </a:t>
            </a:r>
            <a:r>
              <a:rPr lang="en-US" sz="2200" dirty="0"/>
              <a:t>us to </a:t>
            </a:r>
            <a:r>
              <a:rPr lang="en-US" sz="2200" b="1" dirty="0"/>
              <a:t>perform operations like filtering, mapping, reducing, and sorting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80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Benefits: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9823" y="2403567"/>
            <a:ext cx="4984590" cy="4153988"/>
          </a:xfrm>
        </p:spPr>
        <p:txBody>
          <a:bodyPr>
            <a:normAutofit/>
          </a:bodyPr>
          <a:lstStyle/>
          <a:p>
            <a:pPr fontAlgn="base"/>
            <a:r>
              <a:rPr lang="en-US" sz="2200" dirty="0"/>
              <a:t>No Storage</a:t>
            </a:r>
          </a:p>
          <a:p>
            <a:pPr fontAlgn="base"/>
            <a:r>
              <a:rPr lang="en-US" sz="2200" dirty="0"/>
              <a:t>Pipeline of Functions</a:t>
            </a:r>
          </a:p>
          <a:p>
            <a:pPr fontAlgn="base"/>
            <a:r>
              <a:rPr lang="en-US" sz="2200" dirty="0"/>
              <a:t>Laziness</a:t>
            </a:r>
          </a:p>
          <a:p>
            <a:pPr fontAlgn="base"/>
            <a:r>
              <a:rPr lang="en-US" sz="2200" dirty="0"/>
              <a:t>Can be infinite</a:t>
            </a:r>
          </a:p>
          <a:p>
            <a:pPr fontAlgn="base"/>
            <a:r>
              <a:rPr lang="en-US" sz="2200" dirty="0"/>
              <a:t>Can be parallelized</a:t>
            </a:r>
          </a:p>
          <a:p>
            <a:pPr fontAlgn="base"/>
            <a:r>
              <a:rPr lang="en-US" sz="2200" dirty="0"/>
              <a:t>Can be created from collections, arrays, Files Lines, Methods in Stream, </a:t>
            </a:r>
            <a:r>
              <a:rPr lang="en-US" sz="2200" dirty="0" err="1"/>
              <a:t>IntStream</a:t>
            </a:r>
            <a:r>
              <a:rPr lang="en-US" sz="2200" dirty="0"/>
              <a:t> etc.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3032" y="2534194"/>
            <a:ext cx="4825159" cy="1593669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2200" b="1" dirty="0"/>
              <a:t>Different Operations On Streams</a:t>
            </a:r>
          </a:p>
          <a:p>
            <a:pPr lvl="1" fontAlgn="base"/>
            <a:r>
              <a:rPr lang="en-US" sz="2200" dirty="0"/>
              <a:t>Intermediate Operations</a:t>
            </a:r>
          </a:p>
          <a:p>
            <a:pPr lvl="1" fontAlgn="base"/>
            <a:r>
              <a:rPr lang="en-US" sz="2200" dirty="0"/>
              <a:t>Terminal </a:t>
            </a:r>
            <a:r>
              <a:rPr lang="en-US" sz="2200" dirty="0" smtClean="0"/>
              <a:t>Operations</a:t>
            </a:r>
            <a:endParaRPr lang="en-US" sz="2200" dirty="0"/>
          </a:p>
        </p:txBody>
      </p:sp>
      <p:pic>
        <p:nvPicPr>
          <p:cNvPr id="7" name="Picture 2" descr="Java Stream Oper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466" y="3939778"/>
            <a:ext cx="6248287" cy="273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/>
          <p:nvPr/>
        </p:nvSpPr>
        <p:spPr>
          <a:xfrm>
            <a:off x="11092654" y="3984171"/>
            <a:ext cx="431073" cy="22206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6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15765" y="1025919"/>
            <a:ext cx="8761413" cy="706964"/>
          </a:xfrm>
        </p:spPr>
        <p:txBody>
          <a:bodyPr/>
          <a:lstStyle/>
          <a:p>
            <a:pPr fontAlgn="base"/>
            <a:r>
              <a:rPr lang="en-US" b="1" dirty="0" smtClean="0"/>
              <a:t>Intermediate Operations: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465470" y="2351314"/>
            <a:ext cx="9468141" cy="4297680"/>
          </a:xfrm>
        </p:spPr>
        <p:txBody>
          <a:bodyPr>
            <a:noAutofit/>
          </a:bodyPr>
          <a:lstStyle/>
          <a:p>
            <a:pPr fontAlgn="base"/>
            <a:r>
              <a:rPr lang="en-US" sz="2200" b="1" dirty="0" err="1"/>
              <a:t>flatMap</a:t>
            </a:r>
            <a:r>
              <a:rPr lang="en-US" sz="2200" b="1" dirty="0"/>
              <a:t>(List::stream):</a:t>
            </a:r>
            <a:r>
              <a:rPr lang="en-US" sz="2200" dirty="0"/>
              <a:t> Flattens the nested lists into a single stream of strings.</a:t>
            </a:r>
          </a:p>
          <a:p>
            <a:pPr fontAlgn="base"/>
            <a:r>
              <a:rPr lang="en-US" sz="2200" b="1" dirty="0"/>
              <a:t>filter(s -&gt; </a:t>
            </a:r>
            <a:r>
              <a:rPr lang="en-US" sz="2200" b="1" dirty="0" err="1"/>
              <a:t>s.startsWith</a:t>
            </a:r>
            <a:r>
              <a:rPr lang="en-US" sz="2200" b="1" dirty="0"/>
              <a:t>("S"))</a:t>
            </a:r>
            <a:r>
              <a:rPr lang="en-US" sz="2200" dirty="0"/>
              <a:t>: Filters the strings to only include those that start with "S".</a:t>
            </a:r>
          </a:p>
          <a:p>
            <a:pPr fontAlgn="base"/>
            <a:r>
              <a:rPr lang="en-US" sz="2200" b="1" dirty="0"/>
              <a:t>map(String::</a:t>
            </a:r>
            <a:r>
              <a:rPr lang="en-US" sz="2200" b="1" dirty="0" err="1"/>
              <a:t>toUpperCase</a:t>
            </a:r>
            <a:r>
              <a:rPr lang="en-US" sz="2200" b="1" dirty="0"/>
              <a:t>)</a:t>
            </a:r>
            <a:r>
              <a:rPr lang="en-US" sz="2200" dirty="0"/>
              <a:t>: Converts each string in the stream to uppercase.</a:t>
            </a:r>
          </a:p>
          <a:p>
            <a:pPr fontAlgn="base"/>
            <a:r>
              <a:rPr lang="en-US" sz="2200" b="1" dirty="0"/>
              <a:t>distinct</a:t>
            </a:r>
            <a:r>
              <a:rPr lang="en-US" sz="2200" b="1" dirty="0" smtClean="0"/>
              <a:t>( )</a:t>
            </a:r>
            <a:r>
              <a:rPr lang="en-US" sz="2200" dirty="0" smtClean="0"/>
              <a:t>: </a:t>
            </a:r>
            <a:r>
              <a:rPr lang="en-US" sz="2200" dirty="0"/>
              <a:t>Removes any duplicate strings.</a:t>
            </a:r>
          </a:p>
          <a:p>
            <a:pPr fontAlgn="base"/>
            <a:r>
              <a:rPr lang="en-US" sz="2200" b="1" dirty="0"/>
              <a:t>sorted</a:t>
            </a:r>
            <a:r>
              <a:rPr lang="en-US" sz="2200" b="1" dirty="0" smtClean="0"/>
              <a:t>( )</a:t>
            </a:r>
            <a:r>
              <a:rPr lang="en-US" sz="2200" dirty="0" smtClean="0"/>
              <a:t>: </a:t>
            </a:r>
            <a:r>
              <a:rPr lang="en-US" sz="2200" dirty="0"/>
              <a:t>Sorts the resulting strings alphabetically.</a:t>
            </a:r>
          </a:p>
          <a:p>
            <a:pPr fontAlgn="base"/>
            <a:r>
              <a:rPr lang="en-US" sz="2200" b="1" dirty="0"/>
              <a:t>peek</a:t>
            </a:r>
            <a:r>
              <a:rPr lang="en-US" sz="2200" b="1" dirty="0" smtClean="0"/>
              <a:t>( ):</a:t>
            </a:r>
            <a:r>
              <a:rPr lang="en-US" sz="2200" dirty="0"/>
              <a:t> Adds each processed element to the </a:t>
            </a:r>
            <a:r>
              <a:rPr lang="en-US" sz="2200" dirty="0" smtClean="0"/>
              <a:t>intermediate Results </a:t>
            </a:r>
            <a:r>
              <a:rPr lang="en-US" sz="2200" dirty="0"/>
              <a:t>set for intermediate inspection</a:t>
            </a:r>
            <a:r>
              <a:rPr lang="en-US" sz="2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749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Terminal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4588" y="2446744"/>
            <a:ext cx="9269205" cy="4084684"/>
          </a:xfrm>
        </p:spPr>
        <p:txBody>
          <a:bodyPr>
            <a:noAutofit/>
          </a:bodyPr>
          <a:lstStyle/>
          <a:p>
            <a:pPr fontAlgn="base"/>
            <a:r>
              <a:rPr lang="en-US" sz="2300" b="1" dirty="0" err="1" smtClean="0"/>
              <a:t>forEach</a:t>
            </a:r>
            <a:r>
              <a:rPr lang="en-US" sz="2300" b="1" dirty="0" smtClean="0"/>
              <a:t>():</a:t>
            </a:r>
            <a:r>
              <a:rPr lang="en-US" sz="2300" dirty="0" smtClean="0"/>
              <a:t> Prints each name in the list.</a:t>
            </a:r>
          </a:p>
          <a:p>
            <a:pPr fontAlgn="base"/>
            <a:r>
              <a:rPr lang="en-US" sz="2300" b="1" dirty="0" smtClean="0"/>
              <a:t>Collect()</a:t>
            </a:r>
            <a:r>
              <a:rPr lang="en-US" sz="2300" dirty="0" smtClean="0"/>
              <a:t>: Filters names starting with 'S' and collects them into a new list.</a:t>
            </a:r>
          </a:p>
          <a:p>
            <a:pPr fontAlgn="base"/>
            <a:r>
              <a:rPr lang="en-US" sz="2300" b="1" dirty="0" smtClean="0"/>
              <a:t>Reduce()</a:t>
            </a:r>
            <a:r>
              <a:rPr lang="en-US" sz="2300" dirty="0" smtClean="0"/>
              <a:t>: Concatenates all names into a single string.</a:t>
            </a:r>
          </a:p>
          <a:p>
            <a:pPr fontAlgn="base"/>
            <a:r>
              <a:rPr lang="en-US" sz="2300" b="1" dirty="0" smtClean="0"/>
              <a:t>Count()</a:t>
            </a:r>
            <a:r>
              <a:rPr lang="en-US" sz="2300" dirty="0" smtClean="0"/>
              <a:t>: Counts the total number of names.</a:t>
            </a:r>
          </a:p>
          <a:p>
            <a:pPr fontAlgn="base"/>
            <a:r>
              <a:rPr lang="en-US" sz="2300" b="1" dirty="0" err="1" smtClean="0"/>
              <a:t>findFirst</a:t>
            </a:r>
            <a:r>
              <a:rPr lang="en-US" sz="2300" b="1" dirty="0" smtClean="0"/>
              <a:t>()</a:t>
            </a:r>
            <a:r>
              <a:rPr lang="en-US" sz="2300" dirty="0" smtClean="0"/>
              <a:t>: Finds and prints the first name in the list.</a:t>
            </a:r>
          </a:p>
          <a:p>
            <a:pPr fontAlgn="base"/>
            <a:r>
              <a:rPr lang="en-US" sz="2300" b="1" dirty="0" err="1" smtClean="0"/>
              <a:t>allMatch</a:t>
            </a:r>
            <a:r>
              <a:rPr lang="en-US" sz="2300" b="1" dirty="0" smtClean="0"/>
              <a:t>()</a:t>
            </a:r>
            <a:r>
              <a:rPr lang="en-US" sz="2300" dirty="0" smtClean="0"/>
              <a:t>: Checks if all names start with 'S'.</a:t>
            </a:r>
          </a:p>
          <a:p>
            <a:pPr fontAlgn="base"/>
            <a:r>
              <a:rPr lang="en-US" sz="2300" b="1" dirty="0" err="1" smtClean="0"/>
              <a:t>anyMatch</a:t>
            </a:r>
            <a:r>
              <a:rPr lang="en-US" sz="2300" b="1" dirty="0" smtClean="0"/>
              <a:t>()</a:t>
            </a:r>
            <a:r>
              <a:rPr lang="en-US" sz="2300" dirty="0" smtClean="0"/>
              <a:t>: Checks if any name starts with 'S'.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44120657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1E1B58-6DA7-1CBB-60AD-142F1A116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7906" y="2045945"/>
            <a:ext cx="5220354" cy="1988173"/>
          </a:xfrm>
        </p:spPr>
        <p:txBody>
          <a:bodyPr/>
          <a:lstStyle/>
          <a:p>
            <a:r>
              <a:rPr lang="en-IN" b="1" dirty="0"/>
              <a:t>Java Swing</a:t>
            </a:r>
          </a:p>
        </p:txBody>
      </p:sp>
    </p:spTree>
    <p:extLst>
      <p:ext uri="{BB962C8B-B14F-4D97-AF65-F5344CB8AC3E}">
        <p14:creationId xmlns:p14="http://schemas.microsoft.com/office/powerpoint/2010/main" val="373484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D231-3541-123A-5224-294AA72B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0" y="1056795"/>
            <a:ext cx="6030167" cy="706964"/>
          </a:xfrm>
        </p:spPr>
        <p:txBody>
          <a:bodyPr/>
          <a:lstStyle/>
          <a:p>
            <a:r>
              <a:rPr lang="en-IN" b="1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AA8B5-FF57-11E5-B016-B0E6D678D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46" y="2475345"/>
            <a:ext cx="10063017" cy="4036427"/>
          </a:xfrm>
        </p:spPr>
        <p:txBody>
          <a:bodyPr>
            <a:noAutofit/>
          </a:bodyPr>
          <a:lstStyle/>
          <a:p>
            <a:r>
              <a:rPr lang="en-IN" sz="2200" dirty="0"/>
              <a:t>Java swing is used to create </a:t>
            </a:r>
            <a:r>
              <a:rPr lang="en-IN" sz="2200" b="1" dirty="0"/>
              <a:t>window-based applications</a:t>
            </a:r>
            <a:r>
              <a:rPr lang="en-IN" sz="2200" dirty="0"/>
              <a:t>. </a:t>
            </a:r>
          </a:p>
          <a:p>
            <a:r>
              <a:rPr lang="en-IN" sz="2200" dirty="0"/>
              <a:t>It is built on the top of </a:t>
            </a:r>
            <a:r>
              <a:rPr lang="en-IN" sz="2200" b="1" dirty="0"/>
              <a:t>AWT (Abstract Windowing </a:t>
            </a:r>
            <a:r>
              <a:rPr lang="en-IN" sz="2200" b="1" dirty="0" smtClean="0"/>
              <a:t>Toolkit</a:t>
            </a:r>
            <a:r>
              <a:rPr lang="en-IN" sz="2200" b="1" dirty="0"/>
              <a:t>)</a:t>
            </a:r>
            <a:r>
              <a:rPr lang="en-IN" sz="2200" dirty="0" smtClean="0"/>
              <a:t> </a:t>
            </a:r>
            <a:r>
              <a:rPr lang="en-IN" sz="2200" dirty="0"/>
              <a:t>API and entirely written in java.</a:t>
            </a:r>
          </a:p>
          <a:p>
            <a:r>
              <a:rPr lang="en-IN" sz="2200" dirty="0"/>
              <a:t>Unlike AWT, Java Swing </a:t>
            </a:r>
            <a:r>
              <a:rPr lang="en-IN" sz="2200" b="1" dirty="0"/>
              <a:t>provides</a:t>
            </a:r>
            <a:r>
              <a:rPr lang="en-IN" sz="2200" dirty="0"/>
              <a:t> </a:t>
            </a:r>
            <a:r>
              <a:rPr lang="en-IN" sz="2200" b="1" dirty="0"/>
              <a:t>platform-independent</a:t>
            </a:r>
            <a:r>
              <a:rPr lang="en-IN" sz="2200" dirty="0"/>
              <a:t> and </a:t>
            </a:r>
            <a:r>
              <a:rPr lang="en-IN" sz="2200" b="1" dirty="0"/>
              <a:t>lightweight components.</a:t>
            </a:r>
          </a:p>
          <a:p>
            <a:r>
              <a:rPr lang="en-IN" sz="2200" dirty="0"/>
              <a:t>The </a:t>
            </a:r>
            <a:r>
              <a:rPr lang="en-IN" sz="2200" b="1" dirty="0"/>
              <a:t>javax.swing </a:t>
            </a:r>
            <a:r>
              <a:rPr lang="en-IN" sz="2200" dirty="0"/>
              <a:t>package provides classes for java swing API such as:</a:t>
            </a:r>
          </a:p>
          <a:p>
            <a:pPr marL="457200" lvl="1" indent="0">
              <a:buNone/>
            </a:pPr>
            <a:r>
              <a:rPr lang="en-IN" sz="2200" dirty="0"/>
              <a:t>	 JButton, 						 JCheckbox,</a:t>
            </a:r>
          </a:p>
          <a:p>
            <a:pPr marL="457200" lvl="1" indent="0">
              <a:buNone/>
            </a:pPr>
            <a:r>
              <a:rPr lang="en-IN" sz="2200" dirty="0"/>
              <a:t>	</a:t>
            </a:r>
            <a:r>
              <a:rPr lang="en-IN" sz="2200" dirty="0" smtClean="0"/>
              <a:t> </a:t>
            </a:r>
            <a:r>
              <a:rPr lang="en-IN" sz="2200" dirty="0" err="1" smtClean="0"/>
              <a:t>JTextField</a:t>
            </a:r>
            <a:r>
              <a:rPr lang="en-IN" sz="2200" dirty="0"/>
              <a:t>, 					</a:t>
            </a:r>
            <a:r>
              <a:rPr lang="en-IN" sz="2200" dirty="0" smtClean="0"/>
              <a:t> </a:t>
            </a:r>
            <a:r>
              <a:rPr lang="en-IN" sz="2200" dirty="0" err="1" smtClean="0"/>
              <a:t>JRadioButton</a:t>
            </a:r>
            <a:r>
              <a:rPr lang="en-IN" sz="2200" dirty="0"/>
              <a:t>,</a:t>
            </a:r>
          </a:p>
          <a:p>
            <a:pPr marL="457200" lvl="1" indent="0">
              <a:buNone/>
            </a:pPr>
            <a:r>
              <a:rPr lang="en-IN" sz="2200" dirty="0"/>
              <a:t>	</a:t>
            </a:r>
            <a:r>
              <a:rPr lang="en-IN" sz="2200" dirty="0" smtClean="0"/>
              <a:t> </a:t>
            </a:r>
            <a:r>
              <a:rPr lang="en-IN" sz="2200" dirty="0" err="1" smtClean="0"/>
              <a:t>JMenu</a:t>
            </a:r>
            <a:r>
              <a:rPr lang="en-IN" sz="2200" dirty="0"/>
              <a:t>, 						</a:t>
            </a:r>
            <a:r>
              <a:rPr lang="en-IN" sz="2200" dirty="0" smtClean="0"/>
              <a:t> </a:t>
            </a:r>
            <a:r>
              <a:rPr lang="en-IN" sz="2200" dirty="0" err="1" smtClean="0"/>
              <a:t>JColorChooser</a:t>
            </a:r>
            <a:r>
              <a:rPr lang="en-IN" sz="2200" dirty="0" smtClean="0"/>
              <a:t> </a:t>
            </a:r>
            <a:r>
              <a:rPr lang="en-IN" sz="2200" dirty="0"/>
              <a:t>etc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147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EB552-05BC-20A0-4E82-E306B1A4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136" y="1112213"/>
            <a:ext cx="8761413" cy="706964"/>
          </a:xfrm>
        </p:spPr>
        <p:txBody>
          <a:bodyPr/>
          <a:lstStyle/>
          <a:p>
            <a:r>
              <a:rPr lang="en-US" sz="3600" b="1" dirty="0">
                <a:latin typeface="+mn-lt"/>
              </a:rPr>
              <a:t>GUI application: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68675-C140-F518-6E35-F96A08B89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136" y="2402814"/>
            <a:ext cx="9686025" cy="4114800"/>
          </a:xfrm>
        </p:spPr>
        <p:txBody>
          <a:bodyPr>
            <a:noAutofit/>
          </a:bodyPr>
          <a:lstStyle/>
          <a:p>
            <a:pPr lvl="1"/>
            <a:r>
              <a:rPr lang="en-US" sz="2400" dirty="0"/>
              <a:t>Every application is a collection program but here,we will call as </a:t>
            </a:r>
            <a:r>
              <a:rPr lang="en-US" sz="2400" b="1" dirty="0"/>
              <a:t>collection of windows(JFrames).</a:t>
            </a:r>
          </a:p>
          <a:p>
            <a:pPr lvl="1"/>
            <a:r>
              <a:rPr lang="en-US" sz="2400" dirty="0">
                <a:sym typeface="Wingdings" pitchFamily="2" charset="2"/>
              </a:rPr>
              <a:t>Jframes is a class  of  </a:t>
            </a:r>
            <a:r>
              <a:rPr lang="en-US" sz="2400" b="1" dirty="0">
                <a:sym typeface="Wingdings" pitchFamily="2" charset="2"/>
              </a:rPr>
              <a:t>javax.swing</a:t>
            </a:r>
            <a:r>
              <a:rPr lang="en-US" sz="2400" dirty="0">
                <a:sym typeface="Wingdings" pitchFamily="2" charset="2"/>
              </a:rPr>
              <a:t>.</a:t>
            </a:r>
          </a:p>
          <a:p>
            <a:pPr marL="457200" lvl="1" indent="0">
              <a:buNone/>
            </a:pPr>
            <a:r>
              <a:rPr lang="en-US" sz="2400" b="1" dirty="0">
                <a:sym typeface="Wingdings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sz="2400" b="1" dirty="0">
                <a:sym typeface="Wingdings" pitchFamily="2" charset="2"/>
              </a:rPr>
              <a:t>			</a:t>
            </a:r>
            <a:r>
              <a:rPr lang="en-US" sz="2400" dirty="0">
                <a:sym typeface="Wingdings" pitchFamily="2" charset="2"/>
              </a:rPr>
              <a:t>JFrame f=new JFrame("My Frame");</a:t>
            </a:r>
          </a:p>
          <a:p>
            <a:pPr marL="457200" lvl="1" indent="0">
              <a:buNone/>
            </a:pPr>
            <a:r>
              <a:rPr lang="en-US" sz="2400" dirty="0">
                <a:sym typeface="Wingdings" pitchFamily="2" charset="2"/>
              </a:rPr>
              <a:t>			JTextField jt=new </a:t>
            </a:r>
            <a:r>
              <a:rPr lang="en-US" sz="2400" dirty="0" err="1">
                <a:sym typeface="Wingdings" pitchFamily="2" charset="2"/>
              </a:rPr>
              <a:t>JTextField</a:t>
            </a:r>
            <a:r>
              <a:rPr lang="en-US" sz="2400" dirty="0">
                <a:sym typeface="Wingdings" pitchFamily="2" charset="2"/>
              </a:rPr>
              <a:t>();</a:t>
            </a:r>
          </a:p>
          <a:p>
            <a:pPr marL="457200" lvl="1" indent="0">
              <a:buNone/>
            </a:pPr>
            <a:r>
              <a:rPr lang="en-US" sz="2400" dirty="0">
                <a:sym typeface="Wingdings" pitchFamily="2" charset="2"/>
              </a:rPr>
              <a:t>			f.add(jt);</a:t>
            </a:r>
          </a:p>
          <a:p>
            <a:pPr marL="457200" lvl="1" indent="0">
              <a:buNone/>
            </a:pPr>
            <a:r>
              <a:rPr lang="en-US" sz="2400" dirty="0">
                <a:sym typeface="Wingdings" pitchFamily="2" charset="2"/>
              </a:rPr>
              <a:t>			jt.setBounds(10, 10, 70, 20);</a:t>
            </a:r>
          </a:p>
          <a:p>
            <a:pPr marL="457200" lvl="1" indent="0">
              <a:buNone/>
            </a:pPr>
            <a:r>
              <a:rPr lang="en-US" sz="2400" dirty="0">
                <a:sym typeface="Wingdings" pitchFamily="2" charset="2"/>
              </a:rPr>
              <a:t>			f.setVisible(</a:t>
            </a:r>
            <a:r>
              <a:rPr lang="en-US" sz="2400" b="1" dirty="0">
                <a:sym typeface="Wingdings" pitchFamily="2" charset="2"/>
              </a:rPr>
              <a:t>true</a:t>
            </a:r>
            <a:r>
              <a:rPr lang="en-US" sz="2400" dirty="0">
                <a:sym typeface="Wingdings" pitchFamily="2" charset="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2244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01BE-138B-49D6-EDC8-ED059B11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67798"/>
            <a:ext cx="8761413" cy="706964"/>
          </a:xfrm>
        </p:spPr>
        <p:txBody>
          <a:bodyPr/>
          <a:lstStyle/>
          <a:p>
            <a:r>
              <a:rPr lang="en-US" sz="3600" b="1" dirty="0">
                <a:latin typeface="+mn-lt"/>
              </a:rPr>
              <a:t>Event handling: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5CEF4-AEAB-014C-13A3-38D27AC3A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918" y="2355816"/>
            <a:ext cx="9300609" cy="4331311"/>
          </a:xfrm>
        </p:spPr>
        <p:txBody>
          <a:bodyPr>
            <a:noAutofit/>
          </a:bodyPr>
          <a:lstStyle/>
          <a:p>
            <a:r>
              <a:rPr lang="en-US" sz="2200" dirty="0"/>
              <a:t>Event handling is the mechanism that </a:t>
            </a:r>
            <a:r>
              <a:rPr lang="en-US" sz="2200" b="1" dirty="0"/>
              <a:t>controls the event </a:t>
            </a:r>
            <a:r>
              <a:rPr lang="en-US" sz="2200" dirty="0"/>
              <a:t>and decides what should happen if an event occurs.</a:t>
            </a:r>
          </a:p>
          <a:p>
            <a:r>
              <a:rPr lang="en-US" sz="2200" dirty="0"/>
              <a:t>This mechanism have the code which is known as </a:t>
            </a:r>
            <a:r>
              <a:rPr lang="en-US" sz="2200" b="1" dirty="0"/>
              <a:t>event handler that is executed when an event occurs.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sym typeface="Wingdings" pitchFamily="2" charset="2"/>
              </a:rPr>
              <a:t>Event:</a:t>
            </a:r>
          </a:p>
          <a:p>
            <a:pPr lvl="1"/>
            <a:r>
              <a:rPr lang="en-US" sz="2200" b="1" dirty="0"/>
              <a:t>Change in the state of a object </a:t>
            </a:r>
            <a:r>
              <a:rPr lang="en-US" sz="2200" dirty="0"/>
              <a:t>is known as event.</a:t>
            </a:r>
          </a:p>
          <a:p>
            <a:pPr lvl="1"/>
            <a:r>
              <a:rPr lang="en-US" sz="2200" b="1" dirty="0"/>
              <a:t>Implements </a:t>
            </a:r>
            <a:r>
              <a:rPr lang="en-US" sz="2200" b="1" dirty="0">
                <a:sym typeface="Wingdings" panose="05000000000000000000" pitchFamily="2" charset="2"/>
              </a:rPr>
              <a:t>  ActionListner</a:t>
            </a:r>
            <a:endParaRPr lang="en-US" sz="2200" b="1" dirty="0"/>
          </a:p>
          <a:p>
            <a:pPr marL="457200" lvl="1" indent="0">
              <a:buNone/>
            </a:pPr>
            <a:r>
              <a:rPr lang="en-US" sz="2200" dirty="0">
                <a:sym typeface="Wingdings" pitchFamily="2" charset="2"/>
              </a:rPr>
              <a:t>		JButton f1=new JButton("submit");</a:t>
            </a:r>
          </a:p>
          <a:p>
            <a:pPr marL="457200" lvl="1" indent="0">
              <a:buNone/>
            </a:pPr>
            <a:r>
              <a:rPr lang="en-US" sz="2200" dirty="0">
                <a:sym typeface="Wingdings" pitchFamily="2" charset="2"/>
              </a:rPr>
              <a:t>		f1.setBounds(10, 600, 90, 30);</a:t>
            </a:r>
          </a:p>
          <a:p>
            <a:pPr marL="457200" lvl="1" indent="0">
              <a:buNone/>
            </a:pPr>
            <a:r>
              <a:rPr lang="en-US" sz="2200" dirty="0">
                <a:sym typeface="Wingdings" pitchFamily="2" charset="2"/>
              </a:rPr>
              <a:t>		f1.add</a:t>
            </a:r>
            <a:r>
              <a:rPr lang="en-US" sz="2200" b="1" dirty="0">
                <a:sym typeface="Wingdings" pitchFamily="2" charset="2"/>
              </a:rPr>
              <a:t>ActionListener</a:t>
            </a:r>
            <a:r>
              <a:rPr lang="en-US" sz="2200" dirty="0">
                <a:sym typeface="Wingdings" pitchFamily="2" charset="2"/>
              </a:rPr>
              <a:t>(this</a:t>
            </a:r>
            <a:r>
              <a:rPr lang="en-US" sz="2200" dirty="0" smtClean="0">
                <a:sym typeface="Wingdings" pitchFamily="2" charset="2"/>
              </a:rPr>
              <a:t>);</a:t>
            </a:r>
            <a:endParaRPr lang="en-US" sz="22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4076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69BC-37AF-220A-1F27-89944DA2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845" y="1121450"/>
            <a:ext cx="8761413" cy="706964"/>
          </a:xfrm>
        </p:spPr>
        <p:txBody>
          <a:bodyPr/>
          <a:lstStyle/>
          <a:p>
            <a:r>
              <a:rPr lang="en-US" b="1" dirty="0"/>
              <a:t>LayoutManagers: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C85F-7779-9B28-ADE6-782BB6846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26" y="2385970"/>
            <a:ext cx="9503811" cy="4208930"/>
          </a:xfrm>
        </p:spPr>
        <p:txBody>
          <a:bodyPr>
            <a:noAutofit/>
          </a:bodyPr>
          <a:lstStyle/>
          <a:p>
            <a:r>
              <a:rPr lang="en-US" sz="2200" dirty="0"/>
              <a:t>The LayoutManagers are used to </a:t>
            </a:r>
            <a:r>
              <a:rPr lang="en-US" sz="2200" b="1" dirty="0"/>
              <a:t>arrange components in a particular manner. </a:t>
            </a:r>
          </a:p>
          <a:p>
            <a:r>
              <a:rPr lang="en-US" sz="2200" dirty="0"/>
              <a:t>The Java LayoutManagers facilitates us to </a:t>
            </a:r>
            <a:r>
              <a:rPr lang="en-US" sz="2200" b="1" dirty="0"/>
              <a:t>control the positioning and size of the components in GUI forms. </a:t>
            </a:r>
          </a:p>
          <a:p>
            <a:r>
              <a:rPr lang="en-US" sz="2200" b="1" dirty="0"/>
              <a:t>LayoutManager is an interface </a:t>
            </a:r>
            <a:r>
              <a:rPr lang="en-US" sz="2200" dirty="0"/>
              <a:t>that is implemented by all the classes of layout managers. </a:t>
            </a:r>
          </a:p>
          <a:p>
            <a:pPr lvl="3"/>
            <a:r>
              <a:rPr lang="en-US" sz="2200" dirty="0" smtClean="0"/>
              <a:t> </a:t>
            </a:r>
            <a:r>
              <a:rPr lang="en-US" sz="2200" dirty="0" err="1" smtClean="0"/>
              <a:t>Java.awt.BorderLayout</a:t>
            </a:r>
            <a:r>
              <a:rPr lang="en-US" sz="2200" dirty="0" smtClean="0"/>
              <a:t> </a:t>
            </a:r>
            <a:r>
              <a:rPr lang="en-US" sz="2200" dirty="0"/>
              <a:t>				</a:t>
            </a:r>
          </a:p>
          <a:p>
            <a:pPr lvl="3"/>
            <a:r>
              <a:rPr lang="en-US" sz="2200" dirty="0" smtClean="0"/>
              <a:t> </a:t>
            </a:r>
            <a:r>
              <a:rPr lang="en-US" sz="2200" dirty="0" err="1" smtClean="0"/>
              <a:t>javax.swing.BoxLayout</a:t>
            </a:r>
            <a:endParaRPr lang="en-US" sz="2200" dirty="0"/>
          </a:p>
          <a:p>
            <a:pPr lvl="3"/>
            <a:r>
              <a:rPr lang="en-US" sz="2200" dirty="0" smtClean="0"/>
              <a:t> </a:t>
            </a:r>
            <a:r>
              <a:rPr lang="en-US" sz="2200" dirty="0" err="1" smtClean="0"/>
              <a:t>java.awt.GridLayout</a:t>
            </a:r>
            <a:r>
              <a:rPr lang="en-US" sz="2200" dirty="0"/>
              <a:t>					</a:t>
            </a:r>
          </a:p>
          <a:p>
            <a:pPr lvl="3"/>
            <a:r>
              <a:rPr lang="en-US" sz="2200" dirty="0" smtClean="0"/>
              <a:t> </a:t>
            </a:r>
            <a:r>
              <a:rPr lang="en-US" sz="2200" dirty="0" err="1" smtClean="0"/>
              <a:t>java.awt.CardLayout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0447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A2D12D-AAC0-F9E3-B5D1-7F9ADEEA5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4047" y="2099733"/>
            <a:ext cx="5166566" cy="1826808"/>
          </a:xfrm>
        </p:spPr>
        <p:txBody>
          <a:bodyPr/>
          <a:lstStyle/>
          <a:p>
            <a:r>
              <a:rPr lang="en-IN" b="1" dirty="0"/>
              <a:t>JDBC</a:t>
            </a:r>
          </a:p>
        </p:txBody>
      </p:sp>
    </p:spTree>
    <p:extLst>
      <p:ext uri="{BB962C8B-B14F-4D97-AF65-F5344CB8AC3E}">
        <p14:creationId xmlns:p14="http://schemas.microsoft.com/office/powerpoint/2010/main" val="375935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3479-1E68-9957-DBDE-0A6AAB6C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3D00E-A525-F8DC-835B-DB6EFB531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719" y="2465634"/>
            <a:ext cx="9078936" cy="3999006"/>
          </a:xfrm>
        </p:spPr>
        <p:txBody>
          <a:bodyPr>
            <a:noAutofit/>
          </a:bodyPr>
          <a:lstStyle/>
          <a:p>
            <a:r>
              <a:rPr lang="en-US" sz="2300" dirty="0"/>
              <a:t>JDBC stands for </a:t>
            </a:r>
            <a:r>
              <a:rPr lang="en-US" sz="2300" b="1" dirty="0"/>
              <a:t>Java Database Connectivity</a:t>
            </a:r>
            <a:r>
              <a:rPr lang="en-US" sz="2300" dirty="0"/>
              <a:t>. </a:t>
            </a:r>
          </a:p>
          <a:p>
            <a:r>
              <a:rPr lang="en-US" sz="2300" dirty="0"/>
              <a:t>JDBC is a </a:t>
            </a:r>
            <a:r>
              <a:rPr lang="en-US" sz="2300" b="1" dirty="0"/>
              <a:t>Java API </a:t>
            </a:r>
            <a:r>
              <a:rPr lang="en-US" sz="2300" dirty="0"/>
              <a:t>to connect and execute the query with the database. </a:t>
            </a:r>
          </a:p>
          <a:p>
            <a:r>
              <a:rPr lang="en-US" sz="2300" dirty="0" smtClean="0"/>
              <a:t>JDBC </a:t>
            </a:r>
            <a:r>
              <a:rPr lang="en-US" sz="2300" dirty="0"/>
              <a:t>API uses </a:t>
            </a:r>
            <a:r>
              <a:rPr lang="en-US" sz="2300" b="1" dirty="0"/>
              <a:t>JDBC drivers to connect with the database</a:t>
            </a:r>
            <a:r>
              <a:rPr lang="en-US" sz="2300" dirty="0"/>
              <a:t>.</a:t>
            </a:r>
          </a:p>
          <a:p>
            <a:r>
              <a:rPr lang="en-US" sz="2300" dirty="0"/>
              <a:t>We can use JDBC API </a:t>
            </a:r>
            <a:r>
              <a:rPr lang="en-US" sz="2300" b="1" dirty="0"/>
              <a:t>to access tabular data </a:t>
            </a:r>
            <a:r>
              <a:rPr lang="en-US" sz="2300" dirty="0"/>
              <a:t>stored in any relational database.</a:t>
            </a:r>
          </a:p>
          <a:p>
            <a:r>
              <a:rPr lang="en-US" sz="2300" dirty="0"/>
              <a:t> By the help of JDBC API, </a:t>
            </a:r>
            <a:r>
              <a:rPr lang="en-US" sz="2300" b="1" dirty="0"/>
              <a:t>we can save, update, delete and fetch data </a:t>
            </a:r>
            <a:r>
              <a:rPr lang="en-US" sz="2300" dirty="0"/>
              <a:t>from the database. </a:t>
            </a:r>
          </a:p>
        </p:txBody>
      </p:sp>
    </p:spTree>
    <p:extLst>
      <p:ext uri="{BB962C8B-B14F-4D97-AF65-F5344CB8AC3E}">
        <p14:creationId xmlns:p14="http://schemas.microsoft.com/office/powerpoint/2010/main" val="399081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31CE-DB9A-05C2-78C1-5A796EDD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63" y="1102977"/>
            <a:ext cx="8761413" cy="706964"/>
          </a:xfrm>
        </p:spPr>
        <p:txBody>
          <a:bodyPr/>
          <a:lstStyle/>
          <a:p>
            <a:r>
              <a:rPr lang="en-IN" b="1" dirty="0"/>
              <a:t>Connecting to Mysql: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AA792-93A7-FCF3-B53B-63F191D4B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425" y="2455582"/>
            <a:ext cx="10194364" cy="4039347"/>
          </a:xfrm>
        </p:spPr>
        <p:txBody>
          <a:bodyPr>
            <a:noAutofit/>
          </a:bodyPr>
          <a:lstStyle/>
          <a:p>
            <a:r>
              <a:rPr lang="en-US" sz="2400" dirty="0"/>
              <a:t>Driver class: The driver class for the mysql database is</a:t>
            </a:r>
          </a:p>
          <a:p>
            <a:pPr marL="0" indent="0">
              <a:buNone/>
            </a:pPr>
            <a:r>
              <a:rPr lang="en-US" sz="2400" b="1" dirty="0"/>
              <a:t>				com.mysql.jdbc.Driver</a:t>
            </a:r>
          </a:p>
          <a:p>
            <a:r>
              <a:rPr lang="en-US" sz="2400" dirty="0"/>
              <a:t>Connection URL: The connection URL for the mysql database is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b="1" dirty="0"/>
              <a:t>jdbc:mysql://localhost:3306/demo</a:t>
            </a:r>
          </a:p>
          <a:p>
            <a:r>
              <a:rPr lang="en-US" sz="2400" b="1" dirty="0"/>
              <a:t>Username</a:t>
            </a:r>
            <a:r>
              <a:rPr lang="en-US" sz="2400" dirty="0"/>
              <a:t>: The default username for the mysql database is </a:t>
            </a:r>
            <a:r>
              <a:rPr lang="en-US" sz="2400" b="1" dirty="0"/>
              <a:t>root</a:t>
            </a:r>
            <a:r>
              <a:rPr lang="en-US" sz="2400" dirty="0"/>
              <a:t>.</a:t>
            </a:r>
          </a:p>
          <a:p>
            <a:r>
              <a:rPr lang="en-US" sz="2400" b="1" dirty="0"/>
              <a:t>Password:</a:t>
            </a:r>
            <a:r>
              <a:rPr lang="en-US" sz="2400" dirty="0"/>
              <a:t> It is the password given by the user at the time of installing the mysql database.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2503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CDF-AAD4-45AF-EC0C-6F8927C3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3B500-AEB1-8392-69AA-EA8992FC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081" y="2433715"/>
            <a:ext cx="10125634" cy="399900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Class.</a:t>
            </a:r>
            <a:r>
              <a:rPr lang="en-IN" sz="2000" i="1" dirty="0">
                <a:solidFill>
                  <a:srgbClr val="000000"/>
                </a:solidFill>
                <a:latin typeface="Courier New" panose="02070309020205020404" pitchFamily="49" charset="0"/>
              </a:rPr>
              <a:t>forName(</a:t>
            </a:r>
            <a:r>
              <a:rPr lang="en-IN" sz="2000" i="1" dirty="0">
                <a:solidFill>
                  <a:srgbClr val="2A00FF"/>
                </a:solidFill>
                <a:latin typeface="Courier New" panose="02070309020205020404" pitchFamily="49" charset="0"/>
              </a:rPr>
              <a:t>"com.mysql.cj.jdbc.Driver"</a:t>
            </a:r>
            <a:r>
              <a:rPr lang="en-IN" sz="2000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 algn="l">
              <a:buNone/>
            </a:pP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Connection </a:t>
            </a:r>
            <a:r>
              <a:rPr lang="en-IN" sz="2000" dirty="0">
                <a:solidFill>
                  <a:srgbClr val="6A3E3E"/>
                </a:solidFill>
                <a:latin typeface="Courier New" panose="02070309020205020404" pitchFamily="49" charset="0"/>
              </a:rPr>
              <a:t>con</a:t>
            </a: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=DriverManager.</a:t>
            </a:r>
            <a:r>
              <a:rPr lang="en-IN" sz="2000" i="1" dirty="0">
                <a:solidFill>
                  <a:srgbClr val="000000"/>
                </a:solidFill>
                <a:latin typeface="Courier New" panose="02070309020205020404" pitchFamily="49" charset="0"/>
              </a:rPr>
              <a:t>getConnection</a:t>
            </a:r>
          </a:p>
          <a:p>
            <a:pPr marL="0" indent="0" algn="l">
              <a:buNone/>
            </a:pPr>
            <a:r>
              <a:rPr lang="en-IN" sz="2000" i="1" dirty="0">
                <a:solidFill>
                  <a:srgbClr val="000000"/>
                </a:solidFill>
                <a:latin typeface="Courier New" panose="02070309020205020404" pitchFamily="49" charset="0"/>
              </a:rPr>
              <a:t>   (</a:t>
            </a:r>
            <a:r>
              <a:rPr lang="en-IN" sz="2000" i="1" dirty="0">
                <a:solidFill>
                  <a:srgbClr val="2A00FF"/>
                </a:solidFill>
                <a:latin typeface="Courier New" panose="02070309020205020404" pitchFamily="49" charset="0"/>
              </a:rPr>
              <a:t>"jdbc:mysql://localhost:3306/</a:t>
            </a:r>
            <a:r>
              <a:rPr lang="en-IN" sz="20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developers"</a:t>
            </a:r>
            <a:r>
              <a:rPr lang="en-IN" sz="200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20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"root"</a:t>
            </a:r>
            <a:r>
              <a:rPr lang="en-IN" sz="200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IN" sz="20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“password</a:t>
            </a:r>
            <a:r>
              <a:rPr lang="en-IN" sz="20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IN" sz="2000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 algn="l">
              <a:buNone/>
            </a:pP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Statement </a:t>
            </a:r>
            <a:r>
              <a:rPr lang="en-IN" sz="2000" dirty="0">
                <a:solidFill>
                  <a:srgbClr val="6A3E3E"/>
                </a:solidFill>
                <a:latin typeface="Courier New" panose="02070309020205020404" pitchFamily="49" charset="0"/>
              </a:rPr>
              <a:t>st</a:t>
            </a: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IN" sz="2000" dirty="0">
                <a:solidFill>
                  <a:srgbClr val="6A3E3E"/>
                </a:solidFill>
                <a:latin typeface="Courier New" panose="02070309020205020404" pitchFamily="49" charset="0"/>
              </a:rPr>
              <a:t>con</a:t>
            </a: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.createStatement();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ResultSet </a:t>
            </a:r>
            <a:r>
              <a:rPr lang="en-US" sz="2000" dirty="0">
                <a:solidFill>
                  <a:srgbClr val="6A3E3E"/>
                </a:solidFill>
                <a:latin typeface="Courier New" panose="02070309020205020404" pitchFamily="49" charset="0"/>
              </a:rPr>
              <a:t>rs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6A3E3E"/>
                </a:solidFill>
                <a:latin typeface="Courier New" panose="02070309020205020404" pitchFamily="49" charset="0"/>
              </a:rPr>
              <a:t>st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.executeQuery(</a:t>
            </a:r>
            <a:r>
              <a:rPr lang="en-US" sz="2000" dirty="0">
                <a:solidFill>
                  <a:srgbClr val="2A00FF"/>
                </a:solidFill>
                <a:latin typeface="Courier New" panose="02070309020205020404" pitchFamily="49" charset="0"/>
              </a:rPr>
              <a:t>"select * from demo"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 algn="l">
              <a:buNone/>
            </a:pPr>
            <a:r>
              <a:rPr lang="en-IN" sz="2000" b="1" dirty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6A3E3E"/>
                </a:solidFill>
                <a:latin typeface="Courier New" panose="02070309020205020404" pitchFamily="49" charset="0"/>
              </a:rPr>
              <a:t>rs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.next())</a:t>
            </a:r>
          </a:p>
          <a:p>
            <a:pPr marL="0" indent="0" algn="l">
              <a:buNone/>
            </a:pP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marL="0" indent="0" algn="l">
              <a:buNone/>
            </a:pPr>
            <a:r>
              <a:rPr lang="en-IN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IN" sz="2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IN" sz="2000" b="1" i="1" dirty="0" err="1" smtClean="0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IN" sz="2000" b="1" i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IN" sz="2000" b="1" i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i="1" dirty="0" err="1" smtClean="0">
                <a:solidFill>
                  <a:srgbClr val="6A3E3E"/>
                </a:solidFill>
                <a:latin typeface="Courier New" panose="02070309020205020404" pitchFamily="49" charset="0"/>
              </a:rPr>
              <a:t>rs</a:t>
            </a:r>
            <a:r>
              <a:rPr lang="en-IN" sz="2000" b="1" i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.getString</a:t>
            </a:r>
            <a:r>
              <a:rPr lang="en-IN" sz="2000" b="1" i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(1</a:t>
            </a:r>
            <a:r>
              <a:rPr lang="en-IN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)+</a:t>
            </a:r>
            <a:r>
              <a:rPr lang="en-IN" sz="20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"\t"</a:t>
            </a:r>
            <a:r>
              <a:rPr lang="en-IN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+</a:t>
            </a:r>
            <a:r>
              <a:rPr lang="en-IN" sz="20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rs</a:t>
            </a:r>
            <a:r>
              <a:rPr lang="en-IN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.getString(2));</a:t>
            </a:r>
          </a:p>
          <a:p>
            <a:pPr marL="0" indent="0" algn="l">
              <a:buNone/>
            </a:pPr>
            <a:r>
              <a:rPr lang="en-I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7187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29B96-26C3-E5A0-3571-0FA0B8DCA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37" y="973668"/>
            <a:ext cx="8557830" cy="706964"/>
          </a:xfrm>
        </p:spPr>
        <p:txBody>
          <a:bodyPr/>
          <a:lstStyle/>
          <a:p>
            <a:r>
              <a:rPr lang="en-IN" b="1" dirty="0" smtClean="0"/>
              <a:t>Servlet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1AEA1-EBA0-5EB6-B917-B33329AFD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27" y="2468879"/>
            <a:ext cx="9431383" cy="4049488"/>
          </a:xfrm>
        </p:spPr>
        <p:txBody>
          <a:bodyPr>
            <a:noAutofit/>
          </a:bodyPr>
          <a:lstStyle/>
          <a:p>
            <a:r>
              <a:rPr lang="en-US" sz="2300" dirty="0"/>
              <a:t>Servlet is a technology which is used to </a:t>
            </a:r>
            <a:r>
              <a:rPr lang="en-US" sz="2300" b="1" dirty="0"/>
              <a:t>create a web application</a:t>
            </a:r>
            <a:r>
              <a:rPr lang="en-US" sz="2300" dirty="0"/>
              <a:t>.</a:t>
            </a:r>
          </a:p>
          <a:p>
            <a:r>
              <a:rPr lang="en-US" sz="2300" b="1" dirty="0"/>
              <a:t>Servlet is an API </a:t>
            </a:r>
            <a:r>
              <a:rPr lang="en-US" sz="2300" dirty="0"/>
              <a:t>that provides many </a:t>
            </a:r>
            <a:r>
              <a:rPr lang="en-US" sz="2300" b="1" dirty="0"/>
              <a:t>interfaces and classes </a:t>
            </a:r>
            <a:r>
              <a:rPr lang="en-US" sz="2300" dirty="0"/>
              <a:t>including documentation.</a:t>
            </a:r>
          </a:p>
          <a:p>
            <a:r>
              <a:rPr lang="en-US" sz="2300" dirty="0" smtClean="0"/>
              <a:t>Servlet </a:t>
            </a:r>
            <a:r>
              <a:rPr lang="en-US" sz="2300" dirty="0"/>
              <a:t>is a class that extends the </a:t>
            </a:r>
            <a:r>
              <a:rPr lang="en-US" sz="2300" b="1" dirty="0"/>
              <a:t>capabilities of the servers </a:t>
            </a:r>
            <a:r>
              <a:rPr lang="en-US" sz="2300" dirty="0"/>
              <a:t>and </a:t>
            </a:r>
            <a:r>
              <a:rPr lang="en-US" sz="2300" b="1" dirty="0"/>
              <a:t>responds to the incoming requests</a:t>
            </a:r>
            <a:r>
              <a:rPr lang="en-US" sz="2300" dirty="0"/>
              <a:t>. </a:t>
            </a:r>
            <a:endParaRPr lang="en-US" sz="2300" dirty="0" smtClean="0"/>
          </a:p>
          <a:p>
            <a:r>
              <a:rPr lang="en-US" sz="2300" dirty="0" smtClean="0"/>
              <a:t>It </a:t>
            </a:r>
            <a:r>
              <a:rPr lang="en-US" sz="2300" b="1" dirty="0"/>
              <a:t>can respond to any requests</a:t>
            </a:r>
            <a:r>
              <a:rPr lang="en-US" sz="2300" dirty="0"/>
              <a:t>.</a:t>
            </a:r>
          </a:p>
          <a:p>
            <a:r>
              <a:rPr lang="en-US" sz="2300" dirty="0"/>
              <a:t>Servlet is a </a:t>
            </a:r>
            <a:r>
              <a:rPr lang="en-US" sz="2300" b="1" dirty="0"/>
              <a:t>web component that is deployed on the serve</a:t>
            </a:r>
            <a:r>
              <a:rPr lang="en-US" sz="2300" dirty="0"/>
              <a:t>r to create a </a:t>
            </a:r>
            <a:r>
              <a:rPr lang="en-US" sz="2300" b="1" dirty="0"/>
              <a:t>dynamic web page</a:t>
            </a:r>
            <a:r>
              <a:rPr lang="en-US" sz="2300" dirty="0"/>
              <a:t>.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225873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it Works</a:t>
            </a:r>
            <a:endParaRPr lang="en-US" b="1" dirty="0"/>
          </a:p>
        </p:txBody>
      </p:sp>
      <p:pic>
        <p:nvPicPr>
          <p:cNvPr id="1026" name="Picture 2" descr="Servle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5" y="2590636"/>
            <a:ext cx="7431853" cy="364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37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Advantage of Servlet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50695" y="2495007"/>
            <a:ext cx="6204858" cy="4123872"/>
          </a:xfrm>
        </p:spPr>
        <p:txBody>
          <a:bodyPr>
            <a:noAutofit/>
          </a:bodyPr>
          <a:lstStyle/>
          <a:p>
            <a:r>
              <a:rPr lang="en-US" sz="2200" dirty="0" smtClean="0"/>
              <a:t>The </a:t>
            </a:r>
            <a:r>
              <a:rPr lang="en-US" sz="2200" dirty="0"/>
              <a:t>web container creates </a:t>
            </a:r>
            <a:r>
              <a:rPr lang="en-US" sz="2200" b="1" dirty="0"/>
              <a:t>threads for handling the multiple requests</a:t>
            </a:r>
            <a:r>
              <a:rPr lang="en-US" sz="2200" dirty="0"/>
              <a:t> to the Servlet.</a:t>
            </a:r>
          </a:p>
          <a:p>
            <a:r>
              <a:rPr lang="en-US" sz="2200" b="1" dirty="0"/>
              <a:t>Better performance: </a:t>
            </a:r>
            <a:r>
              <a:rPr lang="en-US" sz="2200" dirty="0"/>
              <a:t>because it creates a thread for each request, not process.</a:t>
            </a:r>
          </a:p>
          <a:p>
            <a:r>
              <a:rPr lang="en-US" sz="2200" b="1" dirty="0" smtClean="0"/>
              <a:t>Portability &amp; </a:t>
            </a:r>
            <a:r>
              <a:rPr lang="en-US" sz="2200" b="1" dirty="0"/>
              <a:t>Secure </a:t>
            </a:r>
            <a:r>
              <a:rPr lang="en-US" sz="2200" b="1" dirty="0" smtClean="0"/>
              <a:t>: </a:t>
            </a:r>
            <a:r>
              <a:rPr lang="en-US" sz="2200" dirty="0"/>
              <a:t>because it uses Java language.</a:t>
            </a:r>
          </a:p>
          <a:p>
            <a:r>
              <a:rPr lang="en-US" sz="2200" b="1" dirty="0"/>
              <a:t>Robust: </a:t>
            </a:r>
            <a:r>
              <a:rPr lang="en-US" sz="2200" dirty="0"/>
              <a:t>JVM manages Servlets, so we </a:t>
            </a:r>
            <a:r>
              <a:rPr lang="en-US" sz="2200" b="1" dirty="0"/>
              <a:t>don't need to worry about the memory leak, garbage collection</a:t>
            </a:r>
            <a:r>
              <a:rPr lang="en-US" sz="2200" dirty="0"/>
              <a:t>, etc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2050" name="Picture 2" descr="Advantages of Servle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857" y="2495007"/>
            <a:ext cx="4465530" cy="360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032275" y="3304903"/>
            <a:ext cx="1345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(Tomcat)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007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en-US" b="1" dirty="0" smtClean="0"/>
              <a:t>Java Server Pages(JSP)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16211" y="2468880"/>
            <a:ext cx="9491275" cy="4075611"/>
          </a:xfrm>
        </p:spPr>
        <p:txBody>
          <a:bodyPr>
            <a:noAutofit/>
          </a:bodyPr>
          <a:lstStyle/>
          <a:p>
            <a:r>
              <a:rPr lang="en-US" sz="2200" dirty="0"/>
              <a:t>JSP </a:t>
            </a:r>
            <a:r>
              <a:rPr lang="en-US" sz="2200" dirty="0" smtClean="0"/>
              <a:t>is </a:t>
            </a:r>
            <a:r>
              <a:rPr lang="en-US" sz="2200" dirty="0"/>
              <a:t>a technology that allows developers </a:t>
            </a:r>
            <a:r>
              <a:rPr lang="en-US" sz="2200" b="1" dirty="0"/>
              <a:t>to create dynamic web pages using Java and HTML</a:t>
            </a:r>
            <a:r>
              <a:rPr lang="en-US" sz="2200" dirty="0"/>
              <a:t>. </a:t>
            </a:r>
            <a:endParaRPr lang="en-US" sz="2200" dirty="0" smtClean="0"/>
          </a:p>
          <a:p>
            <a:r>
              <a:rPr lang="en-US" sz="2200" dirty="0" smtClean="0"/>
              <a:t>JSP </a:t>
            </a:r>
            <a:r>
              <a:rPr lang="en-US" sz="2200" dirty="0"/>
              <a:t>is a collection of technologies that </a:t>
            </a:r>
            <a:r>
              <a:rPr lang="en-US" sz="2200" b="1" dirty="0"/>
              <a:t>combines HTML with Java </a:t>
            </a:r>
            <a:r>
              <a:rPr lang="en-US" sz="2200" dirty="0"/>
              <a:t>to create data-driven web content. </a:t>
            </a:r>
            <a:endParaRPr lang="en-US" sz="2200" dirty="0" smtClean="0"/>
          </a:p>
          <a:p>
            <a:pPr marL="0" indent="0">
              <a:buNone/>
            </a:pPr>
            <a:r>
              <a:rPr lang="en-US" sz="2400" b="1" dirty="0" smtClean="0"/>
              <a:t>How </a:t>
            </a:r>
            <a:r>
              <a:rPr lang="en-US" sz="2400" b="1" dirty="0"/>
              <a:t>it </a:t>
            </a:r>
            <a:r>
              <a:rPr lang="en-US" sz="2400" b="1" dirty="0" smtClean="0"/>
              <a:t>works:</a:t>
            </a:r>
          </a:p>
          <a:p>
            <a:pPr lvl="1"/>
            <a:r>
              <a:rPr lang="en-US" sz="2200" dirty="0" smtClean="0"/>
              <a:t>JSP </a:t>
            </a:r>
            <a:r>
              <a:rPr lang="en-US" sz="2200" dirty="0"/>
              <a:t>files contain </a:t>
            </a:r>
            <a:r>
              <a:rPr lang="en-US" sz="2200" b="1" dirty="0"/>
              <a:t>HTML with embedded Java code</a:t>
            </a:r>
            <a:r>
              <a:rPr lang="en-US" sz="2200" dirty="0"/>
              <a:t>. </a:t>
            </a:r>
            <a:endParaRPr lang="en-US" sz="2200" dirty="0" smtClean="0"/>
          </a:p>
          <a:p>
            <a:pPr lvl="1"/>
            <a:r>
              <a:rPr lang="en-US" sz="2200" dirty="0" smtClean="0"/>
              <a:t>The </a:t>
            </a:r>
            <a:r>
              <a:rPr lang="en-US" sz="2200" dirty="0"/>
              <a:t>JSP engine </a:t>
            </a:r>
            <a:r>
              <a:rPr lang="en-US" sz="2200" b="1" dirty="0"/>
              <a:t>compiles the JSP page into a Java servlet</a:t>
            </a:r>
            <a:r>
              <a:rPr lang="en-US" sz="2200" dirty="0"/>
              <a:t>. </a:t>
            </a:r>
            <a:endParaRPr lang="en-US" sz="2200" dirty="0" smtClean="0"/>
          </a:p>
          <a:p>
            <a:pPr lvl="1"/>
            <a:r>
              <a:rPr lang="en-US" sz="2200" dirty="0" smtClean="0"/>
              <a:t>The </a:t>
            </a:r>
            <a:r>
              <a:rPr lang="en-US" sz="2200" b="1" dirty="0"/>
              <a:t>servlet engine handles the servlet</a:t>
            </a:r>
            <a:r>
              <a:rPr lang="en-US" sz="2200" dirty="0"/>
              <a:t>, which </a:t>
            </a:r>
            <a:r>
              <a:rPr lang="en-US" sz="2200" b="1" dirty="0"/>
              <a:t>creates dynamic HTML and sends it to the browser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078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Creating Servlet: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034" y="2847704"/>
            <a:ext cx="8825659" cy="2808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The servlet </a:t>
            </a:r>
            <a:r>
              <a:rPr lang="en-US" sz="2800" dirty="0"/>
              <a:t>can be created by</a:t>
            </a:r>
            <a:r>
              <a:rPr lang="en-US" sz="2800" b="1" dirty="0"/>
              <a:t> three ways</a:t>
            </a:r>
            <a:r>
              <a:rPr lang="en-US" sz="2800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en-US" sz="2800" dirty="0"/>
              <a:t>By implementing </a:t>
            </a:r>
            <a:r>
              <a:rPr lang="en-US" sz="2800" b="1" dirty="0"/>
              <a:t>Servlet interface</a:t>
            </a:r>
            <a:r>
              <a:rPr lang="en-US" sz="2800" dirty="0"/>
              <a:t>,</a:t>
            </a:r>
          </a:p>
          <a:p>
            <a:pPr lvl="1">
              <a:buFont typeface="+mj-lt"/>
              <a:buAutoNum type="arabicPeriod"/>
            </a:pPr>
            <a:r>
              <a:rPr lang="en-US" sz="2800" dirty="0"/>
              <a:t>By inheriting </a:t>
            </a:r>
            <a:r>
              <a:rPr lang="en-US" sz="2800" b="1" dirty="0" err="1"/>
              <a:t>GenericServlet</a:t>
            </a:r>
            <a:r>
              <a:rPr lang="en-US" sz="2800" b="1" dirty="0"/>
              <a:t> class</a:t>
            </a:r>
            <a:r>
              <a:rPr lang="en-US" sz="2800" dirty="0"/>
              <a:t>, (or)</a:t>
            </a:r>
          </a:p>
          <a:p>
            <a:pPr lvl="1">
              <a:buFont typeface="+mj-lt"/>
              <a:buAutoNum type="arabicPeriod"/>
            </a:pPr>
            <a:r>
              <a:rPr lang="en-US" sz="2800" dirty="0"/>
              <a:t>By inheriting </a:t>
            </a:r>
            <a:r>
              <a:rPr lang="en-US" sz="2800" b="1" dirty="0" err="1"/>
              <a:t>HttpServlet</a:t>
            </a:r>
            <a:r>
              <a:rPr lang="en-US" sz="2800" b="1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82945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43486"/>
            <a:ext cx="8761413" cy="706964"/>
          </a:xfrm>
        </p:spPr>
        <p:txBody>
          <a:bodyPr/>
          <a:lstStyle/>
          <a:p>
            <a:r>
              <a:rPr lang="en-US" b="1" dirty="0" smtClean="0"/>
              <a:t>Creating Servlet: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972" y="2416629"/>
            <a:ext cx="8655252" cy="39841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err="1" smtClean="0"/>
              <a:t>Sumapp</a:t>
            </a:r>
            <a:r>
              <a:rPr lang="en-US" sz="2200" b="1" dirty="0" smtClean="0"/>
              <a:t> Example(eclipse):</a:t>
            </a:r>
          </a:p>
          <a:p>
            <a:pPr marL="0" indent="0">
              <a:buNone/>
            </a:pPr>
            <a:r>
              <a:rPr lang="en-US" sz="2200" dirty="0" smtClean="0"/>
              <a:t>&lt;</a:t>
            </a:r>
            <a:r>
              <a:rPr lang="en-US" sz="2200" b="1" dirty="0" smtClean="0"/>
              <a:t>servlet</a:t>
            </a:r>
            <a:r>
              <a:rPr lang="en-US" sz="2200" dirty="0"/>
              <a:t>&gt;</a:t>
            </a:r>
          </a:p>
          <a:p>
            <a:pPr marL="0" indent="0">
              <a:buNone/>
            </a:pPr>
            <a:r>
              <a:rPr lang="en-US" sz="2200" dirty="0"/>
              <a:t>  	&lt;servlet-name&gt;</a:t>
            </a:r>
            <a:r>
              <a:rPr lang="en-US" sz="2200" b="1" dirty="0"/>
              <a:t>addition</a:t>
            </a:r>
            <a:r>
              <a:rPr lang="en-US" sz="2200" dirty="0"/>
              <a:t>&lt;/servlet-name&gt;</a:t>
            </a:r>
          </a:p>
          <a:p>
            <a:pPr marL="0" indent="0">
              <a:buNone/>
            </a:pPr>
            <a:r>
              <a:rPr lang="en-US" sz="2200" dirty="0"/>
              <a:t>  	&lt;</a:t>
            </a:r>
            <a:r>
              <a:rPr lang="en-US" sz="2200" dirty="0" smtClean="0"/>
              <a:t>servlet-class&gt;</a:t>
            </a:r>
            <a:r>
              <a:rPr lang="en-US" sz="2200" b="1" dirty="0" err="1" smtClean="0"/>
              <a:t>com.webapp.AddServlet</a:t>
            </a:r>
            <a:r>
              <a:rPr lang="en-US" sz="2200" dirty="0"/>
              <a:t>&lt;/servlet-class&gt;</a:t>
            </a:r>
          </a:p>
          <a:p>
            <a:pPr marL="0" indent="0">
              <a:buNone/>
            </a:pPr>
            <a:r>
              <a:rPr lang="en-US" sz="2200" dirty="0"/>
              <a:t>  &lt;/</a:t>
            </a:r>
            <a:r>
              <a:rPr lang="en-US" sz="2200" b="1" dirty="0"/>
              <a:t>servlet</a:t>
            </a:r>
            <a:r>
              <a:rPr lang="en-US" sz="2200" dirty="0" smtClean="0"/>
              <a:t>&gt;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&lt;</a:t>
            </a:r>
            <a:r>
              <a:rPr lang="en-US" sz="2200" b="1" dirty="0"/>
              <a:t>servlet-mapping</a:t>
            </a:r>
            <a:r>
              <a:rPr lang="en-US" sz="2200" dirty="0"/>
              <a:t>&gt;</a:t>
            </a:r>
          </a:p>
          <a:p>
            <a:pPr marL="0" indent="0">
              <a:buNone/>
            </a:pPr>
            <a:r>
              <a:rPr lang="en-US" sz="2200" dirty="0"/>
              <a:t>  	&lt;servlet-name&gt;</a:t>
            </a:r>
            <a:r>
              <a:rPr lang="en-US" sz="2200" b="1" dirty="0"/>
              <a:t>addition</a:t>
            </a:r>
            <a:r>
              <a:rPr lang="en-US" sz="2200" dirty="0"/>
              <a:t>&lt;/servlet-name&gt;</a:t>
            </a:r>
          </a:p>
          <a:p>
            <a:pPr marL="0" indent="0">
              <a:buNone/>
            </a:pPr>
            <a:r>
              <a:rPr lang="en-US" sz="2200" dirty="0"/>
              <a:t>  	&lt;</a:t>
            </a:r>
            <a:r>
              <a:rPr lang="en-US" sz="2200" dirty="0" err="1"/>
              <a:t>url</a:t>
            </a:r>
            <a:r>
              <a:rPr lang="en-US" sz="2200" dirty="0"/>
              <a:t>-pattern</a:t>
            </a:r>
            <a:r>
              <a:rPr lang="en-US" sz="2200"/>
              <a:t>&gt;</a:t>
            </a:r>
            <a:r>
              <a:rPr lang="en-US" sz="2200" b="1"/>
              <a:t>/</a:t>
            </a:r>
            <a:r>
              <a:rPr lang="en-US" sz="2200" b="1" smtClean="0"/>
              <a:t>added</a:t>
            </a:r>
            <a:r>
              <a:rPr lang="en-US" sz="2200" smtClean="0"/>
              <a:t>&lt;/</a:t>
            </a:r>
            <a:r>
              <a:rPr lang="en-US" sz="2200" dirty="0" err="1"/>
              <a:t>url</a:t>
            </a:r>
            <a:r>
              <a:rPr lang="en-US" sz="2200" dirty="0"/>
              <a:t>-pattern&gt;</a:t>
            </a:r>
          </a:p>
          <a:p>
            <a:pPr marL="0" indent="0">
              <a:buNone/>
            </a:pPr>
            <a:r>
              <a:rPr lang="en-US" sz="2200" dirty="0"/>
              <a:t>  &lt;/</a:t>
            </a:r>
            <a:r>
              <a:rPr lang="en-US" sz="2200" b="1" dirty="0"/>
              <a:t>servlet-mapping</a:t>
            </a:r>
            <a:r>
              <a:rPr lang="en-US" sz="22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825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872445" y="2099733"/>
            <a:ext cx="5108167" cy="1910564"/>
          </a:xfrm>
        </p:spPr>
        <p:txBody>
          <a:bodyPr/>
          <a:lstStyle/>
          <a:p>
            <a:r>
              <a:rPr lang="en-US" b="1" dirty="0" smtClean="0"/>
              <a:t>END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955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5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9BCF5B-5111-163D-FB70-895F87C30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3343" y="1761565"/>
            <a:ext cx="6146798" cy="2047628"/>
          </a:xfrm>
        </p:spPr>
        <p:txBody>
          <a:bodyPr/>
          <a:lstStyle/>
          <a:p>
            <a:r>
              <a:rPr lang="en-IN" dirty="0"/>
              <a:t>Wrapper Class</a:t>
            </a:r>
          </a:p>
        </p:txBody>
      </p:sp>
    </p:spTree>
    <p:extLst>
      <p:ext uri="{BB962C8B-B14F-4D97-AF65-F5344CB8AC3E}">
        <p14:creationId xmlns:p14="http://schemas.microsoft.com/office/powerpoint/2010/main" val="81429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7DE3-5934-679B-7202-8B133EAB6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D3F2E-EC97-8318-E004-D1C9E9721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348005"/>
            <a:ext cx="8825659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Converting String Values to different datatypes like Integer, float.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Syntax:</a:t>
            </a:r>
          </a:p>
          <a:p>
            <a:pPr lvl="2">
              <a:lnSpc>
                <a:spcPct val="150000"/>
              </a:lnSpc>
            </a:pPr>
            <a:r>
              <a:rPr lang="en-IN" sz="2400" dirty="0"/>
              <a:t>  int a=Integer.parseInt(string);</a:t>
            </a:r>
          </a:p>
          <a:p>
            <a:pPr lvl="2">
              <a:lnSpc>
                <a:spcPct val="150000"/>
              </a:lnSpc>
            </a:pPr>
            <a:r>
              <a:rPr lang="en-IN" sz="2400" dirty="0"/>
              <a:t>  float a=Float.parseFloat(string);</a:t>
            </a:r>
          </a:p>
        </p:txBody>
      </p:sp>
    </p:spTree>
    <p:extLst>
      <p:ext uri="{BB962C8B-B14F-4D97-AF65-F5344CB8AC3E}">
        <p14:creationId xmlns:p14="http://schemas.microsoft.com/office/powerpoint/2010/main" val="175234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31BC-1516-5BB2-2243-EE694A79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Numbering System Conversion: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61173-6EE8-BA0E-3C50-ED66A435D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648" y="2427691"/>
            <a:ext cx="8889999" cy="4188262"/>
          </a:xfrm>
        </p:spPr>
        <p:txBody>
          <a:bodyPr>
            <a:noAutofit/>
          </a:bodyPr>
          <a:lstStyle/>
          <a:p>
            <a:r>
              <a:rPr lang="en-IN" sz="2000" b="1" dirty="0"/>
              <a:t>Binary Conversion:</a:t>
            </a:r>
            <a:endParaRPr lang="en-IN" sz="2000" b="1" dirty="0">
              <a:sym typeface="Wingdings" panose="05000000000000000000" pitchFamily="2" charset="2"/>
            </a:endParaRPr>
          </a:p>
          <a:p>
            <a:pPr lvl="2"/>
            <a:r>
              <a:rPr lang="en-IN" sz="2000" dirty="0">
                <a:sym typeface="Wingdings" panose="05000000000000000000" pitchFamily="2" charset="2"/>
              </a:rPr>
              <a:t>  String s=Integer.toBinaryString(num);</a:t>
            </a:r>
          </a:p>
          <a:p>
            <a:pPr lvl="2"/>
            <a:r>
              <a:rPr lang="en-IN" sz="2000" dirty="0">
                <a:sym typeface="Wingdings" panose="05000000000000000000" pitchFamily="2" charset="2"/>
              </a:rPr>
              <a:t>  int num=Integer.parseInt(“s”,2); </a:t>
            </a:r>
          </a:p>
          <a:p>
            <a:r>
              <a:rPr lang="en-IN" sz="2000" b="1" dirty="0">
                <a:sym typeface="Wingdings" panose="05000000000000000000" pitchFamily="2" charset="2"/>
              </a:rPr>
              <a:t>Octal Conversion: </a:t>
            </a:r>
          </a:p>
          <a:p>
            <a:pPr lvl="2"/>
            <a:r>
              <a:rPr lang="en-IN" sz="2000" b="1" dirty="0">
                <a:sym typeface="Wingdings" panose="05000000000000000000" pitchFamily="2" charset="2"/>
              </a:rPr>
              <a:t>  </a:t>
            </a:r>
            <a:r>
              <a:rPr lang="en-IN" sz="2000" dirty="0">
                <a:sym typeface="Wingdings" panose="05000000000000000000" pitchFamily="2" charset="2"/>
              </a:rPr>
              <a:t>String s=Integer.toOctalString(num);</a:t>
            </a:r>
          </a:p>
          <a:p>
            <a:pPr lvl="2"/>
            <a:r>
              <a:rPr lang="en-IN" sz="2000" dirty="0">
                <a:sym typeface="Wingdings" panose="05000000000000000000" pitchFamily="2" charset="2"/>
              </a:rPr>
              <a:t>  int num=Integer.parseInt(“s”,8); </a:t>
            </a:r>
          </a:p>
          <a:p>
            <a:r>
              <a:rPr lang="en-IN" sz="2000" b="1" dirty="0">
                <a:sym typeface="Wingdings" panose="05000000000000000000" pitchFamily="2" charset="2"/>
              </a:rPr>
              <a:t>Hexadecimal Conversion: </a:t>
            </a:r>
          </a:p>
          <a:p>
            <a:pPr lvl="2"/>
            <a:r>
              <a:rPr lang="en-IN" sz="2000" dirty="0">
                <a:sym typeface="Wingdings" panose="05000000000000000000" pitchFamily="2" charset="2"/>
              </a:rPr>
              <a:t>  String s=Integer.toHexString(num);</a:t>
            </a:r>
          </a:p>
          <a:p>
            <a:pPr lvl="2"/>
            <a:r>
              <a:rPr lang="en-IN" sz="2000" dirty="0">
                <a:sym typeface="Wingdings" panose="05000000000000000000" pitchFamily="2" charset="2"/>
              </a:rPr>
              <a:t>   int num=Integer.parseInt(“s”,16); </a:t>
            </a:r>
          </a:p>
          <a:p>
            <a:pPr marL="914400" lvl="2" indent="0">
              <a:buNone/>
            </a:pPr>
            <a:endParaRPr lang="en-IN" sz="2000" b="1" dirty="0">
              <a:sym typeface="Wingdings" panose="05000000000000000000" pitchFamily="2" charset="2"/>
            </a:endParaRPr>
          </a:p>
          <a:p>
            <a:endParaRPr lang="en-IN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0784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A4C8-6971-5B35-5406-9C452AA2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Casting: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4874-5BD0-982F-5C18-76A7BF24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720" y="2442136"/>
            <a:ext cx="8553822" cy="4106582"/>
          </a:xfrm>
        </p:spPr>
        <p:txBody>
          <a:bodyPr>
            <a:noAutofit/>
          </a:bodyPr>
          <a:lstStyle/>
          <a:p>
            <a:r>
              <a:rPr lang="en-IN" sz="2000" b="1" dirty="0"/>
              <a:t>Widening</a:t>
            </a:r>
          </a:p>
          <a:p>
            <a:pPr lvl="1"/>
            <a:r>
              <a:rPr lang="en-IN" sz="2000" dirty="0"/>
              <a:t>Converting small data type to big one.</a:t>
            </a:r>
          </a:p>
          <a:p>
            <a:r>
              <a:rPr lang="en-IN" sz="2000" b="1" dirty="0"/>
              <a:t>Narrowing</a:t>
            </a:r>
          </a:p>
          <a:p>
            <a:pPr lvl="1"/>
            <a:r>
              <a:rPr lang="en-IN" sz="2000" dirty="0"/>
              <a:t>Converting Big data type to small one.</a:t>
            </a:r>
          </a:p>
          <a:p>
            <a:r>
              <a:rPr lang="en-IN" sz="2000" b="1" dirty="0"/>
              <a:t>Example:</a:t>
            </a:r>
          </a:p>
          <a:p>
            <a:pPr marL="914400" lvl="2" indent="0">
              <a:buNone/>
            </a:pPr>
            <a:r>
              <a:rPr lang="en-IN" sz="2000" dirty="0"/>
              <a:t>	int a=5;</a:t>
            </a:r>
          </a:p>
          <a:p>
            <a:pPr marL="914400" lvl="2" indent="0">
              <a:buNone/>
            </a:pPr>
            <a:r>
              <a:rPr lang="en-IN" sz="2000" dirty="0"/>
              <a:t>	byte b=(byte)a;</a:t>
            </a:r>
          </a:p>
          <a:p>
            <a:pPr marL="914400" lvl="2" indent="0">
              <a:buNone/>
            </a:pPr>
            <a:r>
              <a:rPr lang="en-IN" sz="2000" dirty="0"/>
              <a:t>	double c=(a);</a:t>
            </a:r>
          </a:p>
          <a:p>
            <a:pPr marL="457200" lvl="1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7309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BBD810-6FCA-189D-A54B-9F308DC36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1011" y="2099733"/>
            <a:ext cx="5919601" cy="1826808"/>
          </a:xfrm>
        </p:spPr>
        <p:txBody>
          <a:bodyPr/>
          <a:lstStyle/>
          <a:p>
            <a:r>
              <a:rPr lang="en-IN" dirty="0"/>
              <a:t>Packages</a:t>
            </a:r>
          </a:p>
        </p:txBody>
      </p:sp>
    </p:spTree>
    <p:extLst>
      <p:ext uri="{BB962C8B-B14F-4D97-AF65-F5344CB8AC3E}">
        <p14:creationId xmlns:p14="http://schemas.microsoft.com/office/powerpoint/2010/main" val="401354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0EC0-A142-A303-1781-70A5667C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ACC57-36F4-5F48-0C4D-718150C7D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319" y="2675965"/>
            <a:ext cx="9992658" cy="4182035"/>
          </a:xfrm>
        </p:spPr>
        <p:txBody>
          <a:bodyPr>
            <a:normAutofit/>
          </a:bodyPr>
          <a:lstStyle/>
          <a:p>
            <a:r>
              <a:rPr lang="en-IN" dirty="0"/>
              <a:t>It has Pre-defined keywords that defined in Liberaries.</a:t>
            </a:r>
          </a:p>
          <a:p>
            <a:r>
              <a:rPr lang="en-IN" dirty="0"/>
              <a:t>By importing those packages you can access those keywords.</a:t>
            </a:r>
          </a:p>
          <a:p>
            <a:r>
              <a:rPr lang="en-IN" dirty="0"/>
              <a:t>Packages contains classes, interfaces, annotations  and these all are contains variables , methods , constants.</a:t>
            </a:r>
          </a:p>
          <a:p>
            <a:r>
              <a:rPr lang="en-IN" dirty="0"/>
              <a:t>There are two types:</a:t>
            </a:r>
          </a:p>
          <a:p>
            <a:pPr lvl="1"/>
            <a:r>
              <a:rPr lang="en-IN" sz="1800" b="1" dirty="0"/>
              <a:t>Pre-defined packages</a:t>
            </a:r>
          </a:p>
          <a:p>
            <a:pPr lvl="1"/>
            <a:r>
              <a:rPr lang="en-IN" sz="1800" b="1" dirty="0"/>
              <a:t>User Defined Packages</a:t>
            </a:r>
          </a:p>
          <a:p>
            <a:pPr lvl="2"/>
            <a:r>
              <a:rPr lang="en-US" sz="1800" dirty="0"/>
              <a:t>If any package is design by the user is known as user defined package. </a:t>
            </a:r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94985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4DB3-B9AF-0A39-E22B-B8E12EA0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Pre-defined Packages: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B9FA5-B142-7572-7D79-FF9A6BAB3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42136"/>
            <a:ext cx="10101730" cy="4160370"/>
          </a:xfrm>
        </p:spPr>
        <p:txBody>
          <a:bodyPr>
            <a:noAutofit/>
          </a:bodyPr>
          <a:lstStyle/>
          <a:p>
            <a:r>
              <a:rPr lang="en-US" sz="2000" dirty="0"/>
              <a:t>These are the package which are already designed by the Sun Microsystem and supply as a part of java API, every predefined package is collection of predefined classes, interfaces and sub-package.</a:t>
            </a:r>
            <a:endParaRPr lang="en-IN" sz="2000" b="1" dirty="0"/>
          </a:p>
          <a:p>
            <a:r>
              <a:rPr lang="en-IN" b="1" dirty="0"/>
              <a:t>14 pre-defined packages are in java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sz="2000" dirty="0"/>
              <a:t>1. Java.lang				 6. Java.io 			11. java.security</a:t>
            </a:r>
          </a:p>
          <a:p>
            <a:pPr marL="0" indent="0">
              <a:buNone/>
            </a:pPr>
            <a:r>
              <a:rPr lang="en-IN" sz="2000" dirty="0"/>
              <a:t>		2. Java.util					7. java.awt			12.  java.times</a:t>
            </a:r>
          </a:p>
          <a:p>
            <a:pPr marL="0" indent="0">
              <a:buNone/>
            </a:pPr>
            <a:r>
              <a:rPr lang="en-IN" sz="2000" dirty="0"/>
              <a:t>		3. Java.applet				8.  java.net			13. java.beans</a:t>
            </a:r>
          </a:p>
          <a:p>
            <a:pPr marL="0" indent="0">
              <a:buNone/>
            </a:pPr>
            <a:r>
              <a:rPr lang="en-IN" sz="2000" dirty="0"/>
              <a:t>		4. Java.text				9.  java.sql			 14. java.nio</a:t>
            </a:r>
          </a:p>
          <a:p>
            <a:pPr marL="0" indent="0">
              <a:buNone/>
            </a:pPr>
            <a:r>
              <a:rPr lang="en-IN" sz="2000" dirty="0"/>
              <a:t>		5. Java.rmi					10. Java.math</a:t>
            </a:r>
          </a:p>
          <a:p>
            <a:pPr marL="0" indent="0">
              <a:buNone/>
            </a:pPr>
            <a:r>
              <a:rPr lang="en-IN" dirty="0"/>
              <a:t>						 </a:t>
            </a:r>
          </a:p>
          <a:p>
            <a:pPr marL="0" indent="0">
              <a:buNone/>
            </a:pPr>
            <a:r>
              <a:rPr lang="en-IN" dirty="0"/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243967327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4582-3BD3-E85B-FE7F-3D05BBE1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61" y="1108139"/>
            <a:ext cx="8761413" cy="706964"/>
          </a:xfrm>
        </p:spPr>
        <p:txBody>
          <a:bodyPr/>
          <a:lstStyle/>
          <a:p>
            <a:r>
              <a:rPr lang="en-IN" dirty="0"/>
              <a:t>Difference: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474C9-80BD-28E1-2144-192AFE607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461" y="2415242"/>
            <a:ext cx="10665011" cy="40662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package keyword and import keyword</a:t>
            </a:r>
          </a:p>
          <a:p>
            <a:pPr lvl="1"/>
            <a:r>
              <a:rPr lang="en-US" sz="1800" b="1" dirty="0"/>
              <a:t>Package keyword </a:t>
            </a:r>
            <a:r>
              <a:rPr lang="en-US" sz="1800" dirty="0"/>
              <a:t>is always used for creating the undefined package and placing common classes and interfaces.</a:t>
            </a:r>
          </a:p>
          <a:p>
            <a:pPr lvl="1"/>
            <a:r>
              <a:rPr lang="en-US" sz="1800" b="1" dirty="0"/>
              <a:t>import is a keyword </a:t>
            </a:r>
            <a:r>
              <a:rPr lang="en-US" sz="1800" dirty="0"/>
              <a:t>which is used for referring or using the classes and interfaces of a specific package.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Inheritance and package</a:t>
            </a:r>
          </a:p>
          <a:p>
            <a:pPr lvl="1"/>
            <a:r>
              <a:rPr lang="en-US" sz="1800" b="1" dirty="0"/>
              <a:t>Inheritance</a:t>
            </a:r>
            <a:r>
              <a:rPr lang="en-US" sz="1800" dirty="0"/>
              <a:t> concept always used to reuse the feature within the program between class to class, interface to interface and interface to class but not accessing the feature across the program.</a:t>
            </a:r>
          </a:p>
          <a:p>
            <a:pPr lvl="1"/>
            <a:r>
              <a:rPr lang="en-US" sz="1800" b="1" dirty="0"/>
              <a:t>Package</a:t>
            </a:r>
            <a:r>
              <a:rPr lang="en-US" sz="1800" dirty="0"/>
              <a:t> concept is to reuse the feature both within the program and across the programs between class to class, interface to interface and interface to class.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6642081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8B42-E868-3110-FE6B-025573C9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 Priority: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92B2B-2EE9-2144-6489-215346CD0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6" y="2568388"/>
            <a:ext cx="10154022" cy="3657600"/>
          </a:xfrm>
        </p:spPr>
        <p:txBody>
          <a:bodyPr>
            <a:normAutofit/>
          </a:bodyPr>
          <a:lstStyle/>
          <a:p>
            <a:r>
              <a:rPr lang="en-US" sz="2000" dirty="0"/>
              <a:t>Every Java thread has a priority that helps the OS to determine the order in which threads are scheduled.</a:t>
            </a:r>
          </a:p>
          <a:p>
            <a:r>
              <a:rPr lang="en-US" sz="2000" dirty="0"/>
              <a:t>Java thread priorities are in the range between </a:t>
            </a:r>
          </a:p>
          <a:p>
            <a:pPr lvl="1"/>
            <a:r>
              <a:rPr lang="en-US" sz="2000" b="1" dirty="0"/>
              <a:t>MIN_PRIORITY (a constant of 1) </a:t>
            </a:r>
          </a:p>
          <a:p>
            <a:pPr lvl="1"/>
            <a:r>
              <a:rPr lang="en-US" sz="2000" b="1" dirty="0"/>
              <a:t>MAX_PRIORITY (a constant of 10).</a:t>
            </a:r>
          </a:p>
          <a:p>
            <a:pPr lvl="1"/>
            <a:r>
              <a:rPr lang="en-US" sz="2000" b="1" dirty="0"/>
              <a:t>NORM_PRIORITY (a constant of 5).</a:t>
            </a:r>
          </a:p>
          <a:p>
            <a:r>
              <a:rPr lang="en-US" sz="2000" dirty="0"/>
              <a:t>Threads with higher priority are more important to a program and should be allocated processor time before lower-priority threads.</a:t>
            </a:r>
          </a:p>
        </p:txBody>
      </p:sp>
    </p:spTree>
    <p:extLst>
      <p:ext uri="{BB962C8B-B14F-4D97-AF65-F5344CB8AC3E}">
        <p14:creationId xmlns:p14="http://schemas.microsoft.com/office/powerpoint/2010/main" val="325077550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C90608-F133-719C-C3A9-556F62688423}"/>
              </a:ext>
            </a:extLst>
          </p:cNvPr>
          <p:cNvSpPr txBox="1"/>
          <p:nvPr/>
        </p:nvSpPr>
        <p:spPr>
          <a:xfrm>
            <a:off x="537884" y="859065"/>
            <a:ext cx="588981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Java AWT:</a:t>
            </a:r>
            <a:r>
              <a:rPr lang="en-IN" sz="2000" dirty="0"/>
              <a:t>	</a:t>
            </a:r>
          </a:p>
          <a:p>
            <a:r>
              <a:rPr lang="en-IN" sz="2000" dirty="0"/>
              <a:t>			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AWT components are platform-dependent.			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AWT components are heavyweight.		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AWT doesn't support pluggable look and feel.		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AWT provides less components than Swing.	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AWT doesn't follows MVC(Model View Controller) where model represents data, view represents presentation and controller acts as an interface between model and view.		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298B8-A6AF-B702-3706-3F395520775E}"/>
              </a:ext>
            </a:extLst>
          </p:cNvPr>
          <p:cNvSpPr txBox="1"/>
          <p:nvPr/>
        </p:nvSpPr>
        <p:spPr>
          <a:xfrm>
            <a:off x="6750423" y="859065"/>
            <a:ext cx="50695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Java Swing:</a:t>
            </a: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Java swing components are platform-independent.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Swing components are lightweight.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Swing supports pluggable look and feel.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Swing provides more powerful components such as tables, lists, scrollpanes, colorchooser, etc.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Swing follows MVC.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899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3B3782-811B-D16A-C64C-DC249735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5175" y="2099733"/>
            <a:ext cx="6215437" cy="1947832"/>
          </a:xfrm>
        </p:spPr>
        <p:txBody>
          <a:bodyPr/>
          <a:lstStyle/>
          <a:p>
            <a:r>
              <a:rPr lang="en-IN" dirty="0"/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102542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5CE88-E088-449A-04EB-81A2C1CA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B30ED-E269-4802-AEC8-60552B0F0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716" y="2421082"/>
            <a:ext cx="9997955" cy="4214159"/>
          </a:xfrm>
        </p:spPr>
        <p:txBody>
          <a:bodyPr>
            <a:noAutofit/>
          </a:bodyPr>
          <a:lstStyle/>
          <a:p>
            <a:r>
              <a:rPr lang="en-US" sz="2200" dirty="0"/>
              <a:t>It’s a concept of </a:t>
            </a:r>
            <a:r>
              <a:rPr lang="en-US" sz="2200" b="1" dirty="0" smtClean="0"/>
              <a:t>connecting </a:t>
            </a:r>
            <a:r>
              <a:rPr lang="en-US" sz="2200" b="1" dirty="0"/>
              <a:t>two or more computing devices </a:t>
            </a:r>
            <a:r>
              <a:rPr lang="en-US" sz="2200" dirty="0"/>
              <a:t>together so that we </a:t>
            </a:r>
            <a:r>
              <a:rPr lang="en-US" sz="2200" dirty="0" smtClean="0"/>
              <a:t>can </a:t>
            </a:r>
            <a:r>
              <a:rPr lang="en-US" sz="2200" b="1" dirty="0" smtClean="0"/>
              <a:t>share resources</a:t>
            </a:r>
            <a:r>
              <a:rPr lang="en-US" sz="2200" dirty="0" smtClean="0"/>
              <a:t>.</a:t>
            </a:r>
            <a:endParaRPr lang="en-US" sz="2200" dirty="0"/>
          </a:p>
          <a:p>
            <a:r>
              <a:rPr lang="en-US" sz="2200" b="1" dirty="0"/>
              <a:t>Java socket </a:t>
            </a:r>
            <a:r>
              <a:rPr lang="en-US" sz="2200" dirty="0"/>
              <a:t>programming </a:t>
            </a:r>
            <a:r>
              <a:rPr lang="en-US" sz="2200" b="1" dirty="0"/>
              <a:t>provides facility to share data </a:t>
            </a:r>
            <a:r>
              <a:rPr lang="en-US" sz="2200" dirty="0"/>
              <a:t>between different computing devices.</a:t>
            </a:r>
          </a:p>
          <a:p>
            <a:r>
              <a:rPr lang="en-US" sz="2200" dirty="0"/>
              <a:t>Java Networking is done by </a:t>
            </a:r>
            <a:r>
              <a:rPr lang="en-US" sz="2200" b="1" dirty="0"/>
              <a:t>TCP/IP protocols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IN" sz="2400" b="1" dirty="0"/>
              <a:t>Protocols:</a:t>
            </a:r>
          </a:p>
          <a:p>
            <a:pPr lvl="1"/>
            <a:r>
              <a:rPr lang="en-US" sz="2200" b="0" i="0" dirty="0">
                <a:solidFill>
                  <a:srgbClr val="333333"/>
                </a:solidFill>
                <a:effectLst/>
                <a:latin typeface="inter-regular"/>
              </a:rPr>
              <a:t>A protocol is a set of rules basically that is followed for communication.</a:t>
            </a:r>
            <a:endParaRPr lang="en-IN" sz="2200" b="1" dirty="0"/>
          </a:p>
          <a:p>
            <a:pPr marL="914400" lvl="2" indent="0">
              <a:buNone/>
            </a:pPr>
            <a:r>
              <a:rPr lang="en-IN" sz="2200" b="1" dirty="0" smtClean="0"/>
              <a:t>	TCP</a:t>
            </a:r>
            <a:r>
              <a:rPr lang="en-IN" sz="2200" b="1" dirty="0"/>
              <a:t>: Transmission Control Protocol</a:t>
            </a:r>
          </a:p>
          <a:p>
            <a:pPr marL="914400" lvl="2" indent="0">
              <a:buNone/>
            </a:pPr>
            <a:r>
              <a:rPr lang="en-IN" sz="2200" b="1" dirty="0" smtClean="0"/>
              <a:t>	UDP</a:t>
            </a:r>
            <a:r>
              <a:rPr lang="en-IN" sz="2200" b="1" dirty="0"/>
              <a:t>: User Datagram Protocol</a:t>
            </a:r>
          </a:p>
        </p:txBody>
      </p:sp>
    </p:spTree>
    <p:extLst>
      <p:ext uri="{BB962C8B-B14F-4D97-AF65-F5344CB8AC3E}">
        <p14:creationId xmlns:p14="http://schemas.microsoft.com/office/powerpoint/2010/main" val="327805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6C4C-510A-494D-2565-5BBD278B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Terminology: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669E2-8CC2-5A75-C78D-872E9C88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2078"/>
            <a:ext cx="10530540" cy="42089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IP Address: </a:t>
            </a:r>
          </a:p>
          <a:p>
            <a:pPr lvl="1"/>
            <a:r>
              <a:rPr lang="en-US" sz="2000" dirty="0"/>
              <a:t>its a unique number assigned to a node of a network e.g. </a:t>
            </a:r>
            <a:r>
              <a:rPr lang="en-US" sz="2000" b="1" dirty="0"/>
              <a:t>192.168.0.1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b="1" dirty="0"/>
              <a:t>Port Number:</a:t>
            </a:r>
          </a:p>
          <a:p>
            <a:pPr lvl="1"/>
            <a:r>
              <a:rPr lang="en-US" sz="2000" dirty="0"/>
              <a:t>The port number is used to uniquely identify different applications.</a:t>
            </a:r>
          </a:p>
          <a:p>
            <a:pPr marL="0" indent="0">
              <a:buNone/>
            </a:pPr>
            <a:r>
              <a:rPr lang="en-US" sz="2000" b="1" dirty="0"/>
              <a:t>MAC Address:</a:t>
            </a:r>
          </a:p>
          <a:p>
            <a:pPr lvl="1"/>
            <a:r>
              <a:rPr lang="en-US" sz="2000" dirty="0"/>
              <a:t>MAC (</a:t>
            </a:r>
            <a:r>
              <a:rPr lang="en-US" sz="2000" b="1" dirty="0"/>
              <a:t>Media Access Control</a:t>
            </a:r>
            <a:r>
              <a:rPr lang="en-US" sz="2000" dirty="0"/>
              <a:t>) address is a unique identifier of NIC (Network Interface Controller). </a:t>
            </a:r>
          </a:p>
          <a:p>
            <a:pPr lvl="1"/>
            <a:r>
              <a:rPr lang="en-US" sz="2000" dirty="0"/>
              <a:t>A network node can have multiple NIC but each with unique MAC address.</a:t>
            </a:r>
          </a:p>
          <a:p>
            <a:pPr marL="0" indent="0">
              <a:buNone/>
            </a:pPr>
            <a:r>
              <a:rPr lang="en-US" sz="2000" b="1" dirty="0"/>
              <a:t>Socket:</a:t>
            </a:r>
          </a:p>
          <a:p>
            <a:pPr lvl="1"/>
            <a:r>
              <a:rPr lang="en-US" sz="2000" dirty="0"/>
              <a:t>A socket is an endpoint between two way communications.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3316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6AE3-587A-31E9-FE9B-2984F686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Socket: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8DA7-E830-DC3C-FFBB-93189F8A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626" y="2368311"/>
            <a:ext cx="10059757" cy="4249271"/>
          </a:xfrm>
        </p:spPr>
        <p:txBody>
          <a:bodyPr>
            <a:noAutofit/>
          </a:bodyPr>
          <a:lstStyle/>
          <a:p>
            <a:r>
              <a:rPr lang="en-US" sz="2400" dirty="0" smtClean="0"/>
              <a:t>Java </a:t>
            </a:r>
            <a:r>
              <a:rPr lang="en-US" sz="2400" dirty="0"/>
              <a:t>Socket programming can be </a:t>
            </a:r>
            <a:r>
              <a:rPr lang="en-US" sz="2400" b="1" dirty="0"/>
              <a:t>connection-oriented or connection-less</a:t>
            </a:r>
            <a:r>
              <a:rPr lang="en-US" sz="2400" dirty="0"/>
              <a:t>.</a:t>
            </a:r>
          </a:p>
          <a:p>
            <a:r>
              <a:rPr lang="en-US" sz="2400" dirty="0"/>
              <a:t>The client in socket programming must know two information:</a:t>
            </a:r>
          </a:p>
          <a:p>
            <a:pPr lvl="1"/>
            <a:r>
              <a:rPr lang="en-US" sz="2400" dirty="0"/>
              <a:t>IP Address of Server</a:t>
            </a:r>
          </a:p>
          <a:p>
            <a:pPr lvl="1"/>
            <a:r>
              <a:rPr lang="en-US" sz="2400" dirty="0"/>
              <a:t>Port number.</a:t>
            </a:r>
          </a:p>
          <a:p>
            <a:pPr marL="0" indent="0">
              <a:buNone/>
            </a:pPr>
            <a:r>
              <a:rPr lang="en-US" sz="2400" b="1" dirty="0" smtClean="0"/>
              <a:t>	Client </a:t>
            </a:r>
            <a:r>
              <a:rPr lang="en-US" sz="2400" b="1" dirty="0"/>
              <a:t>Socket: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dirty="0" smtClean="0"/>
              <a:t>	Socket </a:t>
            </a:r>
            <a:r>
              <a:rPr lang="en-US" sz="2400" dirty="0"/>
              <a:t>s=new Socket("localhost",6666);  </a:t>
            </a:r>
          </a:p>
          <a:p>
            <a:pPr marL="0" indent="0">
              <a:buNone/>
            </a:pPr>
            <a:r>
              <a:rPr lang="en-US" sz="2400" b="1" dirty="0" smtClean="0"/>
              <a:t>	Server </a:t>
            </a:r>
            <a:r>
              <a:rPr lang="en-US" sz="2400" b="1" dirty="0"/>
              <a:t>Socket:</a:t>
            </a:r>
          </a:p>
          <a:p>
            <a:pPr marL="0" indent="0">
              <a:buNone/>
            </a:pPr>
            <a:r>
              <a:rPr lang="en-US" sz="2400" dirty="0"/>
              <a:t>			</a:t>
            </a:r>
            <a:r>
              <a:rPr lang="en-US" sz="2400" dirty="0" smtClean="0"/>
              <a:t>	</a:t>
            </a:r>
            <a:r>
              <a:rPr lang="en-US" sz="2400" dirty="0" err="1" smtClean="0"/>
              <a:t>ServerSocket</a:t>
            </a:r>
            <a:r>
              <a:rPr lang="en-US" sz="2400" dirty="0" smtClean="0"/>
              <a:t> </a:t>
            </a:r>
            <a:r>
              <a:rPr lang="en-US" sz="2400" dirty="0"/>
              <a:t>ss=new ServerSocket(6666);  </a:t>
            </a:r>
          </a:p>
        </p:txBody>
      </p:sp>
    </p:spTree>
    <p:extLst>
      <p:ext uri="{BB962C8B-B14F-4D97-AF65-F5344CB8AC3E}">
        <p14:creationId xmlns:p14="http://schemas.microsoft.com/office/powerpoint/2010/main" val="43453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4603-8F6B-40CB-4BA0-9FB662B3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059" y="1242609"/>
            <a:ext cx="5693991" cy="706964"/>
          </a:xfrm>
        </p:spPr>
        <p:txBody>
          <a:bodyPr/>
          <a:lstStyle/>
          <a:p>
            <a:r>
              <a:rPr lang="en-IN" b="1" dirty="0"/>
              <a:t>InetAddress: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B6D1-5DE5-2FEA-98C4-633A27E2C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944" y="2593652"/>
            <a:ext cx="9116291" cy="3778624"/>
          </a:xfrm>
        </p:spPr>
        <p:txBody>
          <a:bodyPr>
            <a:normAutofit/>
          </a:bodyPr>
          <a:lstStyle/>
          <a:p>
            <a:r>
              <a:rPr lang="en-US" sz="2400" dirty="0"/>
              <a:t>Java InetAddress class represents an IP address. 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java.net.InetAddress </a:t>
            </a:r>
            <a:r>
              <a:rPr lang="en-US" sz="2400" dirty="0"/>
              <a:t>class provides methods to get the IP of any host name.</a:t>
            </a:r>
          </a:p>
          <a:p>
            <a:pPr marL="0" indent="0">
              <a:buNone/>
            </a:pPr>
            <a:r>
              <a:rPr lang="en-US" sz="2400" b="1" dirty="0" smtClean="0"/>
              <a:t>    Example: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smtClean="0"/>
              <a:t>       </a:t>
            </a:r>
            <a:r>
              <a:rPr lang="en-US" sz="2000" dirty="0" err="1" smtClean="0"/>
              <a:t>InetAddress</a:t>
            </a:r>
            <a:r>
              <a:rPr lang="en-US" sz="2000" dirty="0" smtClean="0"/>
              <a:t> </a:t>
            </a:r>
            <a:r>
              <a:rPr lang="en-US" sz="2000" dirty="0" err="1"/>
              <a:t>ip</a:t>
            </a:r>
            <a:r>
              <a:rPr lang="en-US" sz="2000" dirty="0"/>
              <a:t> </a:t>
            </a:r>
            <a:r>
              <a:rPr lang="en-US" sz="2000" dirty="0" smtClean="0"/>
              <a:t>= </a:t>
            </a:r>
            <a:r>
              <a:rPr lang="en-US" sz="2000" dirty="0" err="1" smtClean="0"/>
              <a:t>InetAddress.getByName</a:t>
            </a:r>
            <a:r>
              <a:rPr lang="en-US" sz="2000" dirty="0"/>
              <a:t>("www.google.com</a:t>
            </a:r>
            <a:r>
              <a:rPr lang="en-US" sz="2000" dirty="0" smtClean="0"/>
              <a:t>");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  </a:t>
            </a:r>
            <a:r>
              <a:rPr lang="en-US" sz="2400" dirty="0" err="1" smtClean="0"/>
              <a:t>ip.getHostName</a:t>
            </a:r>
            <a:r>
              <a:rPr lang="en-US" sz="2400" dirty="0" smtClean="0"/>
              <a:t>();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  </a:t>
            </a:r>
            <a:r>
              <a:rPr lang="en-US" sz="2400" dirty="0" err="1" smtClean="0"/>
              <a:t>ip.getHostAddress</a:t>
            </a:r>
            <a:r>
              <a:rPr lang="en-US" sz="2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63185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Servlet API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532" y="2547257"/>
            <a:ext cx="9177766" cy="3958045"/>
          </a:xfrm>
        </p:spPr>
        <p:txBody>
          <a:bodyPr>
            <a:normAutofit/>
          </a:bodyPr>
          <a:lstStyle/>
          <a:p>
            <a:r>
              <a:rPr lang="en-US" sz="2200" dirty="0"/>
              <a:t>The</a:t>
            </a:r>
            <a:r>
              <a:rPr lang="en-US" sz="2200" b="1" dirty="0"/>
              <a:t> </a:t>
            </a:r>
            <a:r>
              <a:rPr lang="en-US" sz="2200" b="1" dirty="0" err="1"/>
              <a:t>javax.servlet</a:t>
            </a:r>
            <a:r>
              <a:rPr lang="en-US" sz="2200" b="1" dirty="0"/>
              <a:t> and </a:t>
            </a:r>
            <a:r>
              <a:rPr lang="en-US" sz="2200" b="1" dirty="0" err="1"/>
              <a:t>javax.servlet.http</a:t>
            </a:r>
            <a:r>
              <a:rPr lang="en-US" sz="2200" b="1" dirty="0"/>
              <a:t> </a:t>
            </a:r>
            <a:r>
              <a:rPr lang="en-US" sz="2200" dirty="0"/>
              <a:t>packages represent </a:t>
            </a:r>
            <a:r>
              <a:rPr lang="en-US" sz="2200" b="1" dirty="0"/>
              <a:t>interfaces and classes for servlet </a:t>
            </a:r>
            <a:r>
              <a:rPr lang="en-US" sz="2200" b="1" dirty="0" err="1"/>
              <a:t>api</a:t>
            </a:r>
            <a:r>
              <a:rPr lang="en-US" sz="2200" dirty="0"/>
              <a:t>.</a:t>
            </a:r>
          </a:p>
          <a:p>
            <a:r>
              <a:rPr lang="en-US" sz="2200" dirty="0"/>
              <a:t>The </a:t>
            </a:r>
            <a:r>
              <a:rPr lang="en-US" sz="2200" b="1" dirty="0" err="1"/>
              <a:t>javax.servlet</a:t>
            </a:r>
            <a:r>
              <a:rPr lang="en-US" sz="2200" b="1" dirty="0"/>
              <a:t> package contains </a:t>
            </a:r>
            <a:r>
              <a:rPr lang="en-US" sz="2200" dirty="0"/>
              <a:t>many interfaces and classes that are used by the </a:t>
            </a:r>
            <a:r>
              <a:rPr lang="en-US" sz="2200" b="1" dirty="0"/>
              <a:t>servlet or web container</a:t>
            </a:r>
            <a:r>
              <a:rPr lang="en-US" sz="2200" dirty="0"/>
              <a:t>. </a:t>
            </a:r>
          </a:p>
          <a:p>
            <a:r>
              <a:rPr lang="en-US" sz="2200" dirty="0"/>
              <a:t>The </a:t>
            </a:r>
            <a:r>
              <a:rPr lang="en-US" sz="2200" b="1" dirty="0" err="1"/>
              <a:t>javax.servlet.http</a:t>
            </a:r>
            <a:r>
              <a:rPr lang="en-US" sz="2200" b="1" dirty="0"/>
              <a:t> package </a:t>
            </a:r>
            <a:r>
              <a:rPr lang="en-US" sz="2200" dirty="0"/>
              <a:t>contains interfaces and classes that are </a:t>
            </a:r>
            <a:r>
              <a:rPr lang="en-US" sz="2200" b="1" dirty="0"/>
              <a:t>responsible for http requests only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It </a:t>
            </a:r>
            <a:r>
              <a:rPr lang="en-US" sz="2200" dirty="0"/>
              <a:t>provides http specific methods such as </a:t>
            </a:r>
            <a:r>
              <a:rPr lang="en-US" sz="2200" b="1" dirty="0" err="1"/>
              <a:t>doGet</a:t>
            </a:r>
            <a:r>
              <a:rPr lang="en-US" sz="2200" b="1" dirty="0"/>
              <a:t>,</a:t>
            </a:r>
            <a:r>
              <a:rPr lang="en-US" sz="2200" dirty="0"/>
              <a:t> </a:t>
            </a:r>
            <a:r>
              <a:rPr lang="en-US" sz="2200" b="1" dirty="0" err="1"/>
              <a:t>doPost</a:t>
            </a:r>
            <a:r>
              <a:rPr lang="en-US" sz="2200" b="1" dirty="0"/>
              <a:t>, </a:t>
            </a:r>
            <a:r>
              <a:rPr lang="en-US" sz="2200" b="1" dirty="0" err="1" smtClean="0"/>
              <a:t>doPut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doDelete</a:t>
            </a:r>
            <a:r>
              <a:rPr lang="en-US" sz="2200" b="1" dirty="0" smtClean="0"/>
              <a:t> </a:t>
            </a:r>
            <a:r>
              <a:rPr lang="en-US" sz="2200" dirty="0" smtClean="0"/>
              <a:t>etc.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2684493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30422"/>
            <a:ext cx="8761413" cy="706964"/>
          </a:xfrm>
        </p:spPr>
        <p:txBody>
          <a:bodyPr/>
          <a:lstStyle/>
          <a:p>
            <a:r>
              <a:rPr lang="en-US" b="1" dirty="0" err="1" smtClean="0"/>
              <a:t>HttpServlet</a:t>
            </a:r>
            <a:r>
              <a:rPr lang="en-US" b="1" dirty="0" smtClean="0"/>
              <a:t> Methods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388" y="2625635"/>
            <a:ext cx="10183606" cy="34355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public void service (</a:t>
            </a:r>
            <a:r>
              <a:rPr lang="en-US" sz="2200" b="1" dirty="0" err="1"/>
              <a:t>HttpServletRequest</a:t>
            </a:r>
            <a:r>
              <a:rPr lang="en-US" sz="2200" b="1" dirty="0"/>
              <a:t> </a:t>
            </a:r>
            <a:r>
              <a:rPr lang="en-US" sz="2200" b="1" dirty="0" err="1"/>
              <a:t>req</a:t>
            </a:r>
            <a:r>
              <a:rPr lang="en-US" sz="2200" b="1" dirty="0"/>
              <a:t>, </a:t>
            </a:r>
            <a:r>
              <a:rPr lang="en-US" sz="2200" b="1" dirty="0" err="1"/>
              <a:t>HttpServletResponse</a:t>
            </a:r>
            <a:r>
              <a:rPr lang="en-US" sz="2200" b="1" dirty="0"/>
              <a:t> res) </a:t>
            </a:r>
            <a:endParaRPr lang="en-US" sz="2200" b="1" dirty="0" smtClean="0"/>
          </a:p>
          <a:p>
            <a:pPr lvl="1"/>
            <a:r>
              <a:rPr lang="en-US" sz="2200" dirty="0" smtClean="0"/>
              <a:t>dispatches </a:t>
            </a:r>
            <a:r>
              <a:rPr lang="en-US" sz="2200" dirty="0"/>
              <a:t>the request to the protected service method by </a:t>
            </a:r>
            <a:r>
              <a:rPr lang="en-US" sz="2200" b="1" dirty="0"/>
              <a:t>converting the request and response </a:t>
            </a:r>
            <a:r>
              <a:rPr lang="en-US" sz="2200" dirty="0"/>
              <a:t>object into http type.</a:t>
            </a:r>
          </a:p>
          <a:p>
            <a:pPr marL="0" indent="0">
              <a:buNone/>
            </a:pPr>
            <a:r>
              <a:rPr lang="en-US" sz="2200" b="1" dirty="0"/>
              <a:t>protected void </a:t>
            </a:r>
            <a:r>
              <a:rPr lang="en-US" sz="2200" b="1" dirty="0" err="1"/>
              <a:t>doGet</a:t>
            </a:r>
            <a:r>
              <a:rPr lang="en-US" sz="2200" b="1" dirty="0"/>
              <a:t>(</a:t>
            </a:r>
            <a:r>
              <a:rPr lang="en-US" sz="2200" b="1" dirty="0" err="1"/>
              <a:t>HttpServletRequest</a:t>
            </a:r>
            <a:r>
              <a:rPr lang="en-US" sz="2200" b="1" dirty="0"/>
              <a:t> </a:t>
            </a:r>
            <a:r>
              <a:rPr lang="en-US" sz="2200" b="1" dirty="0" err="1"/>
              <a:t>req</a:t>
            </a:r>
            <a:r>
              <a:rPr lang="en-US" sz="2200" b="1" dirty="0"/>
              <a:t>, </a:t>
            </a:r>
            <a:r>
              <a:rPr lang="en-US" sz="2200" b="1" dirty="0" err="1"/>
              <a:t>HttpServletResponse</a:t>
            </a:r>
            <a:r>
              <a:rPr lang="en-US" sz="2200" b="1" dirty="0"/>
              <a:t> res) </a:t>
            </a:r>
            <a:endParaRPr lang="en-US" sz="2200" b="1" dirty="0" smtClean="0"/>
          </a:p>
          <a:p>
            <a:pPr lvl="1"/>
            <a:r>
              <a:rPr lang="en-US" sz="2200" dirty="0" smtClean="0"/>
              <a:t>handles </a:t>
            </a:r>
            <a:r>
              <a:rPr lang="en-US" sz="2200" dirty="0"/>
              <a:t>the </a:t>
            </a:r>
            <a:r>
              <a:rPr lang="en-US" sz="2200" b="1" dirty="0"/>
              <a:t>GET request</a:t>
            </a:r>
            <a:r>
              <a:rPr lang="en-US" sz="2200" dirty="0"/>
              <a:t>. It is invoked by the web container.</a:t>
            </a:r>
          </a:p>
          <a:p>
            <a:pPr marL="0" indent="0">
              <a:buNone/>
            </a:pPr>
            <a:r>
              <a:rPr lang="en-US" sz="2200" b="1" dirty="0"/>
              <a:t>protected void </a:t>
            </a:r>
            <a:r>
              <a:rPr lang="en-US" sz="2200" b="1" dirty="0" err="1"/>
              <a:t>doPost</a:t>
            </a:r>
            <a:r>
              <a:rPr lang="en-US" sz="2200" b="1" dirty="0"/>
              <a:t>(</a:t>
            </a:r>
            <a:r>
              <a:rPr lang="en-US" sz="2200" b="1" dirty="0" err="1"/>
              <a:t>HttpServletRequest</a:t>
            </a:r>
            <a:r>
              <a:rPr lang="en-US" sz="2200" b="1" dirty="0"/>
              <a:t> </a:t>
            </a:r>
            <a:r>
              <a:rPr lang="en-US" sz="2200" b="1" dirty="0" err="1"/>
              <a:t>req</a:t>
            </a:r>
            <a:r>
              <a:rPr lang="en-US" sz="2200" b="1" dirty="0"/>
              <a:t>, </a:t>
            </a:r>
            <a:r>
              <a:rPr lang="en-US" sz="2200" b="1" dirty="0" err="1"/>
              <a:t>HttpServletResponse</a:t>
            </a:r>
            <a:r>
              <a:rPr lang="en-US" sz="2200" b="1" dirty="0"/>
              <a:t> res) </a:t>
            </a:r>
            <a:endParaRPr lang="en-US" sz="2200" b="1" dirty="0" smtClean="0"/>
          </a:p>
          <a:p>
            <a:pPr lvl="1"/>
            <a:r>
              <a:rPr lang="en-US" sz="2200" dirty="0" smtClean="0"/>
              <a:t>handles </a:t>
            </a:r>
            <a:r>
              <a:rPr lang="en-US" sz="2200" dirty="0"/>
              <a:t>the </a:t>
            </a:r>
            <a:r>
              <a:rPr lang="en-US" sz="2200" b="1" dirty="0"/>
              <a:t>POST request</a:t>
            </a:r>
            <a:r>
              <a:rPr lang="en-US" sz="2200" dirty="0"/>
              <a:t>. It is invoked by the web container.</a:t>
            </a:r>
          </a:p>
        </p:txBody>
      </p:sp>
    </p:spTree>
    <p:extLst>
      <p:ext uri="{BB962C8B-B14F-4D97-AF65-F5344CB8AC3E}">
        <p14:creationId xmlns:p14="http://schemas.microsoft.com/office/powerpoint/2010/main" val="385928910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69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{C02A7CB2-4993-4A07-A446-86F869669395}tf02900722</Template>
  <TotalTime>22385</TotalTime>
  <Words>6578</Words>
  <Application>Microsoft Office PowerPoint</Application>
  <PresentationFormat>Widescreen</PresentationFormat>
  <Paragraphs>998</Paragraphs>
  <Slides>136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46" baseType="lpstr">
      <vt:lpstr>Arial</vt:lpstr>
      <vt:lpstr>Carlito</vt:lpstr>
      <vt:lpstr>Century Gothic</vt:lpstr>
      <vt:lpstr>Courier New</vt:lpstr>
      <vt:lpstr>inter-regular</vt:lpstr>
      <vt:lpstr>Times New Roman</vt:lpstr>
      <vt:lpstr>Trebuchet MS</vt:lpstr>
      <vt:lpstr>Wingdings</vt:lpstr>
      <vt:lpstr>Wingdings 3</vt:lpstr>
      <vt:lpstr>Ion Boardroom</vt:lpstr>
      <vt:lpstr>JAVA</vt:lpstr>
      <vt:lpstr>PowerPoint Presentation</vt:lpstr>
      <vt:lpstr>INTRODUCTION:</vt:lpstr>
      <vt:lpstr>FEATURES OF JAVA</vt:lpstr>
      <vt:lpstr>How Java Runs:</vt:lpstr>
      <vt:lpstr>Applications of Java:</vt:lpstr>
      <vt:lpstr>Types of JAVA:</vt:lpstr>
      <vt:lpstr>Basic Program:</vt:lpstr>
      <vt:lpstr>Variables:</vt:lpstr>
      <vt:lpstr>Data Types:</vt:lpstr>
      <vt:lpstr>Data type:</vt:lpstr>
      <vt:lpstr>Operators:</vt:lpstr>
      <vt:lpstr>Arithmetic Operator:</vt:lpstr>
      <vt:lpstr>Assignment Operator:</vt:lpstr>
      <vt:lpstr>Relational Operator:</vt:lpstr>
      <vt:lpstr>Increment / Decrement:</vt:lpstr>
      <vt:lpstr>Logical Operator:</vt:lpstr>
      <vt:lpstr>User Input:</vt:lpstr>
      <vt:lpstr>Decision Contructs:</vt:lpstr>
      <vt:lpstr>Conditional Branching:</vt:lpstr>
      <vt:lpstr>PowerPoint Presentation</vt:lpstr>
      <vt:lpstr>PowerPoint Presentation</vt:lpstr>
      <vt:lpstr>Conditional Looping:</vt:lpstr>
      <vt:lpstr>Unconditional Statement:</vt:lpstr>
      <vt:lpstr>Method(Function):</vt:lpstr>
      <vt:lpstr>Types of Functions:</vt:lpstr>
      <vt:lpstr>ARRAY</vt:lpstr>
      <vt:lpstr>Array:</vt:lpstr>
      <vt:lpstr>Types of Array:</vt:lpstr>
      <vt:lpstr>Memory Management:</vt:lpstr>
      <vt:lpstr>String Pool:</vt:lpstr>
      <vt:lpstr>String Handling</vt:lpstr>
      <vt:lpstr>String:</vt:lpstr>
      <vt:lpstr>String Operations:</vt:lpstr>
      <vt:lpstr>String Buffer:</vt:lpstr>
      <vt:lpstr>StringBuffer Operation:</vt:lpstr>
      <vt:lpstr>StringBuilder:</vt:lpstr>
      <vt:lpstr>Access Modifier:   </vt:lpstr>
      <vt:lpstr>OOPs</vt:lpstr>
      <vt:lpstr>Object-Oriented Programming </vt:lpstr>
      <vt:lpstr>Syntax:</vt:lpstr>
      <vt:lpstr>PowerPoint Presentation</vt:lpstr>
      <vt:lpstr>Inheritance</vt:lpstr>
      <vt:lpstr>Definition:</vt:lpstr>
      <vt:lpstr>Types:</vt:lpstr>
      <vt:lpstr>PowerPoint Presentation</vt:lpstr>
      <vt:lpstr>Special Keyword:</vt:lpstr>
      <vt:lpstr>Polymorphism</vt:lpstr>
      <vt:lpstr>Definition:</vt:lpstr>
      <vt:lpstr>Contructor:</vt:lpstr>
      <vt:lpstr>Encapsulation</vt:lpstr>
      <vt:lpstr>Definition:</vt:lpstr>
      <vt:lpstr>Abstraction</vt:lpstr>
      <vt:lpstr>Definition:</vt:lpstr>
      <vt:lpstr>Interface</vt:lpstr>
      <vt:lpstr>Definition:</vt:lpstr>
      <vt:lpstr>Syntax:</vt:lpstr>
      <vt:lpstr>Exception Handling</vt:lpstr>
      <vt:lpstr>Definition:</vt:lpstr>
      <vt:lpstr>Types of Exception:</vt:lpstr>
      <vt:lpstr>PowerPoint Presentation</vt:lpstr>
      <vt:lpstr>Advance Java</vt:lpstr>
      <vt:lpstr>Thread</vt:lpstr>
      <vt:lpstr>Definition:</vt:lpstr>
      <vt:lpstr>Multitasking:</vt:lpstr>
      <vt:lpstr>Multi-Threading:</vt:lpstr>
      <vt:lpstr>Create Thread By:</vt:lpstr>
      <vt:lpstr>Life Cycle of a Thread:</vt:lpstr>
      <vt:lpstr>Daemon Thread:</vt:lpstr>
      <vt:lpstr>Synchronization:</vt:lpstr>
      <vt:lpstr>Collections</vt:lpstr>
      <vt:lpstr>Definition:</vt:lpstr>
      <vt:lpstr>Collections Framework:</vt:lpstr>
      <vt:lpstr>PowerPoint Presentation</vt:lpstr>
      <vt:lpstr>PowerPoint Presentation</vt:lpstr>
      <vt:lpstr>PowerPoint Presentation</vt:lpstr>
      <vt:lpstr>ArrayList:</vt:lpstr>
      <vt:lpstr>LinkedList:</vt:lpstr>
      <vt:lpstr>PowerPoint Presentation</vt:lpstr>
      <vt:lpstr>HashSet:</vt:lpstr>
      <vt:lpstr>TreeSet:</vt:lpstr>
      <vt:lpstr>PowerPoint Presentation</vt:lpstr>
      <vt:lpstr>Queue</vt:lpstr>
      <vt:lpstr>Map Interface:</vt:lpstr>
      <vt:lpstr>HashMap:</vt:lpstr>
      <vt:lpstr>TreeMap:</vt:lpstr>
      <vt:lpstr>Lambda Method:</vt:lpstr>
      <vt:lpstr>Lambda with Interface</vt:lpstr>
      <vt:lpstr>Example:</vt:lpstr>
      <vt:lpstr>Enum</vt:lpstr>
      <vt:lpstr>FILE HANDLING</vt:lpstr>
      <vt:lpstr>Definition:</vt:lpstr>
      <vt:lpstr>PowerPoint Presentation</vt:lpstr>
      <vt:lpstr>PowerPoint Presentation</vt:lpstr>
      <vt:lpstr>Serialization &amp; Deserialization:</vt:lpstr>
      <vt:lpstr>Example:</vt:lpstr>
      <vt:lpstr>Stream API</vt:lpstr>
      <vt:lpstr>Stream API</vt:lpstr>
      <vt:lpstr>Benefits:</vt:lpstr>
      <vt:lpstr>Intermediate Operations:</vt:lpstr>
      <vt:lpstr>Terminal Operations</vt:lpstr>
      <vt:lpstr>Java Swing</vt:lpstr>
      <vt:lpstr>Introduction:</vt:lpstr>
      <vt:lpstr>GUI application:</vt:lpstr>
      <vt:lpstr>Event handling:</vt:lpstr>
      <vt:lpstr>LayoutManagers:</vt:lpstr>
      <vt:lpstr>JDBC</vt:lpstr>
      <vt:lpstr>Introduction:</vt:lpstr>
      <vt:lpstr>Connecting to Mysql:</vt:lpstr>
      <vt:lpstr>Example:</vt:lpstr>
      <vt:lpstr>Servlet </vt:lpstr>
      <vt:lpstr>How it Works</vt:lpstr>
      <vt:lpstr>Advantage of Servlet</vt:lpstr>
      <vt:lpstr>Java Server Pages(JSP)</vt:lpstr>
      <vt:lpstr>Creating Servlet:</vt:lpstr>
      <vt:lpstr>Creating Servlet:</vt:lpstr>
      <vt:lpstr>END</vt:lpstr>
      <vt:lpstr>PowerPoint Presentation</vt:lpstr>
      <vt:lpstr>Wrapper Class</vt:lpstr>
      <vt:lpstr>Definition:</vt:lpstr>
      <vt:lpstr>Numbering System Conversion:</vt:lpstr>
      <vt:lpstr>Type Casting:</vt:lpstr>
      <vt:lpstr>Packages</vt:lpstr>
      <vt:lpstr>Definition:</vt:lpstr>
      <vt:lpstr>Pre-defined Packages:</vt:lpstr>
      <vt:lpstr>Difference:</vt:lpstr>
      <vt:lpstr>Thread Priority:</vt:lpstr>
      <vt:lpstr>PowerPoint Presentation</vt:lpstr>
      <vt:lpstr>Networking</vt:lpstr>
      <vt:lpstr>Introduction:</vt:lpstr>
      <vt:lpstr>Network Terminology:</vt:lpstr>
      <vt:lpstr>Socket:</vt:lpstr>
      <vt:lpstr>InetAddress:</vt:lpstr>
      <vt:lpstr>Servlet API</vt:lpstr>
      <vt:lpstr>HttpServlet Methods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Roshni S</dc:creator>
  <cp:lastModifiedBy>Admin</cp:lastModifiedBy>
  <cp:revision>641</cp:revision>
  <dcterms:created xsi:type="dcterms:W3CDTF">2022-12-19T04:12:58Z</dcterms:created>
  <dcterms:modified xsi:type="dcterms:W3CDTF">2026-06-12T06:52:11Z</dcterms:modified>
</cp:coreProperties>
</file>