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64" r:id="rId2"/>
    <p:sldId id="257" r:id="rId3"/>
    <p:sldId id="256" r:id="rId4"/>
    <p:sldId id="268" r:id="rId5"/>
    <p:sldId id="269" r:id="rId6"/>
    <p:sldId id="270" r:id="rId7"/>
    <p:sldId id="258" r:id="rId8"/>
    <p:sldId id="259" r:id="rId9"/>
    <p:sldId id="266" r:id="rId10"/>
    <p:sldId id="260" r:id="rId11"/>
    <p:sldId id="261" r:id="rId12"/>
    <p:sldId id="262" r:id="rId13"/>
    <p:sldId id="267" r:id="rId14"/>
    <p:sldId id="286" r:id="rId15"/>
    <p:sldId id="284" r:id="rId16"/>
    <p:sldId id="289" r:id="rId17"/>
    <p:sldId id="285" r:id="rId18"/>
    <p:sldId id="263" r:id="rId19"/>
    <p:sldId id="271" r:id="rId20"/>
    <p:sldId id="272" r:id="rId21"/>
    <p:sldId id="273" r:id="rId22"/>
    <p:sldId id="275" r:id="rId23"/>
    <p:sldId id="276" r:id="rId24"/>
    <p:sldId id="277" r:id="rId25"/>
    <p:sldId id="278" r:id="rId26"/>
    <p:sldId id="274" r:id="rId27"/>
    <p:sldId id="279" r:id="rId28"/>
    <p:sldId id="280" r:id="rId29"/>
    <p:sldId id="281" r:id="rId30"/>
    <p:sldId id="282" r:id="rId31"/>
    <p:sldId id="290" r:id="rId32"/>
    <p:sldId id="28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5" name="Footer Placeholder 4"/>
          <p:cNvSpPr>
            <a:spLocks noGrp="1"/>
          </p:cNvSpPr>
          <p:nvPr>
            <p:ph type="ftr" sz="quarter" idx="11"/>
          </p:nvPr>
        </p:nvSpPr>
        <p:spPr>
          <a:xfrm>
            <a:off x="2493105" y="329307"/>
            <a:ext cx="4897310"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smtClean="0"/>
              <a:t>‹#›</a:t>
            </a:fld>
            <a:endParaRPr lang="en-US" dirty="0"/>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7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861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2170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9955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1586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3467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30127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4022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48A87A34-81AB-432B-8DAE-1953F412C126}" type="datetimeFigureOut">
              <a:rPr lang="en-US" smtClean="0"/>
              <a:pPr/>
              <a:t>10/23/2024</a:t>
            </a:fld>
            <a:endParaRPr lang="en-US" dirty="0"/>
          </a:p>
        </p:txBody>
      </p:sp>
      <p:sp>
        <p:nvSpPr>
          <p:cNvPr id="6" name="Footer Placeholder 5"/>
          <p:cNvSpPr>
            <a:spLocks noGrp="1"/>
          </p:cNvSpPr>
          <p:nvPr>
            <p:ph type="ftr" sz="quarter" idx="11"/>
          </p:nvPr>
        </p:nvSpPr>
        <p:spPr>
          <a:xfrm>
            <a:off x="1534910" y="318640"/>
            <a:ext cx="5453475"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224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4406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555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10/23/2024</a:t>
            </a:fld>
            <a:endParaRPr lang="en-US" dirty="0"/>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smtClean="0"/>
              <a:pPr/>
              <a:t>‹#›</a:t>
            </a:fld>
            <a:endParaRPr lang="en-US" dirty="0"/>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25739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2164648" y="1853754"/>
            <a:ext cx="7928260" cy="3707796"/>
          </a:xfrm>
          <a:prstGeom prst="rect">
            <a:avLst/>
          </a:prstGeom>
        </p:spPr>
      </p:pic>
      <p:sp>
        <p:nvSpPr>
          <p:cNvPr id="2" name="Title 1"/>
          <p:cNvSpPr>
            <a:spLocks noGrp="1"/>
          </p:cNvSpPr>
          <p:nvPr>
            <p:ph type="title"/>
          </p:nvPr>
        </p:nvSpPr>
        <p:spPr/>
        <p:txBody>
          <a:bodyPr>
            <a:normAutofit/>
          </a:bodyPr>
          <a:lstStyle/>
          <a:p>
            <a:r>
              <a:rPr lang="en-US" sz="4400" b="1" dirty="0" smtClean="0">
                <a:solidFill>
                  <a:srgbClr val="00B0F0"/>
                </a:solidFill>
              </a:rPr>
              <a:t>WELCOME TO</a:t>
            </a:r>
            <a:endParaRPr lang="en-US" sz="4400" b="1" dirty="0">
              <a:solidFill>
                <a:srgbClr val="00B0F0"/>
              </a:solidFill>
            </a:endParaRPr>
          </a:p>
        </p:txBody>
      </p:sp>
    </p:spTree>
    <p:extLst>
      <p:ext uri="{BB962C8B-B14F-4D97-AF65-F5344CB8AC3E}">
        <p14:creationId xmlns:p14="http://schemas.microsoft.com/office/powerpoint/2010/main" val="15091345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9436E-D52F-4591-EE82-AFD379946323}"/>
              </a:ext>
            </a:extLst>
          </p:cNvPr>
          <p:cNvSpPr>
            <a:spLocks noGrp="1"/>
          </p:cNvSpPr>
          <p:nvPr>
            <p:ph type="title"/>
          </p:nvPr>
        </p:nvSpPr>
        <p:spPr>
          <a:xfrm>
            <a:off x="1149927" y="818373"/>
            <a:ext cx="7855527" cy="1049235"/>
          </a:xfrm>
        </p:spPr>
        <p:txBody>
          <a:bodyPr/>
          <a:lstStyle/>
          <a:p>
            <a:r>
              <a:rPr lang="en-US" dirty="0">
                <a:solidFill>
                  <a:srgbClr val="00B0F0"/>
                </a:solidFill>
              </a:rPr>
              <a:t>                        </a:t>
            </a:r>
            <a:r>
              <a:rPr lang="en-US" sz="4400" b="1" dirty="0">
                <a:solidFill>
                  <a:srgbClr val="00B0F0"/>
                </a:solidFill>
              </a:rPr>
              <a:t>INTRODUCTION</a:t>
            </a:r>
          </a:p>
        </p:txBody>
      </p:sp>
      <p:sp>
        <p:nvSpPr>
          <p:cNvPr id="3" name="Content Placeholder 2">
            <a:extLst>
              <a:ext uri="{FF2B5EF4-FFF2-40B4-BE49-F238E27FC236}">
                <a16:creationId xmlns:a16="http://schemas.microsoft.com/office/drawing/2014/main" id="{B38CC2B5-6F1C-6291-813D-19C8BD945A27}"/>
              </a:ext>
            </a:extLst>
          </p:cNvPr>
          <p:cNvSpPr>
            <a:spLocks noGrp="1"/>
          </p:cNvSpPr>
          <p:nvPr>
            <p:ph idx="1"/>
          </p:nvPr>
        </p:nvSpPr>
        <p:spPr>
          <a:xfrm>
            <a:off x="1534696" y="2258290"/>
            <a:ext cx="9520158" cy="3574473"/>
          </a:xfrm>
        </p:spPr>
        <p:txBody>
          <a:bodyPr>
            <a:noAutofit/>
          </a:bodyPr>
          <a:lstStyle/>
          <a:p>
            <a:pPr marL="0" indent="0" algn="ctr">
              <a:buNone/>
            </a:pPr>
            <a:r>
              <a:rPr lang="en-US" sz="2400" b="1" i="0" u="none" strike="noStrike" dirty="0">
                <a:solidFill>
                  <a:schemeClr val="tx1">
                    <a:lumMod val="85000"/>
                    <a:lumOff val="15000"/>
                  </a:schemeClr>
                </a:solidFill>
                <a:effectLst/>
                <a:latin typeface="Calibri" panose="020F0502020204030204" pitchFamily="34" charset="0"/>
                <a:cs typeface="Calibri" panose="020F0502020204030204" pitchFamily="34" charset="0"/>
              </a:rPr>
              <a:t>Innovative Academy was set up by tech enthusiasts in 2015 to share their knowledge of technology with the world. The objective was to redefine the future by providing the best IT certification training in Bengaluru. The career-oriented training incorporates an upgraded curriculum taught by experts in the tech industry. Our academy believes in providing quality education that helps our candidates secure positions in top MNCs</a:t>
            </a:r>
            <a:r>
              <a:rPr lang="en-US" sz="2400" b="1" i="0" u="none" strike="noStrike" dirty="0" smtClean="0">
                <a:solidFill>
                  <a:schemeClr val="tx1">
                    <a:lumMod val="85000"/>
                    <a:lumOff val="15000"/>
                  </a:schemeClr>
                </a:solidFill>
                <a:effectLst/>
                <a:latin typeface="Calibri" panose="020F0502020204030204" pitchFamily="34" charset="0"/>
                <a:cs typeface="Calibri" panose="020F0502020204030204" pitchFamily="34" charset="0"/>
              </a:rPr>
              <a:t>.</a:t>
            </a:r>
            <a:endParaRPr lang="en-US" sz="2400" b="1" dirty="0">
              <a:solidFill>
                <a:schemeClr val="tx1">
                  <a:lumMod val="85000"/>
                  <a:lumOff val="15000"/>
                </a:schemeClr>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10215838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CF8A-2BFC-E897-F74F-700FBC697A99}"/>
              </a:ext>
            </a:extLst>
          </p:cNvPr>
          <p:cNvSpPr>
            <a:spLocks noGrp="1"/>
          </p:cNvSpPr>
          <p:nvPr>
            <p:ph type="ctrTitle"/>
          </p:nvPr>
        </p:nvSpPr>
        <p:spPr>
          <a:xfrm>
            <a:off x="2493105" y="802298"/>
            <a:ext cx="7329768" cy="2541431"/>
          </a:xfrm>
        </p:spPr>
        <p:txBody>
          <a:bodyPr>
            <a:normAutofit/>
          </a:bodyPr>
          <a:lstStyle/>
          <a:p>
            <a:r>
              <a:rPr lang="en-US" sz="7200" b="1" dirty="0">
                <a:ln w="0"/>
                <a:solidFill>
                  <a:srgbClr val="00B0F0"/>
                </a:solidFill>
                <a:effectLst>
                  <a:outerShdw blurRad="38100" dist="19050" dir="2700000" algn="tl" rotWithShape="0">
                    <a:schemeClr val="dk1">
                      <a:alpha val="40000"/>
                    </a:schemeClr>
                  </a:outerShdw>
                </a:effectLst>
                <a:latin typeface="MontserratLinotype"/>
              </a:rPr>
              <a:t>IT COURSES </a:t>
            </a:r>
            <a:r>
              <a:rPr lang="en-US" sz="7200" b="1" dirty="0" smtClean="0">
                <a:ln w="0"/>
                <a:solidFill>
                  <a:srgbClr val="00B0F0"/>
                </a:solidFill>
                <a:effectLst>
                  <a:outerShdw blurRad="38100" dist="19050" dir="2700000" algn="tl" rotWithShape="0">
                    <a:schemeClr val="dk1">
                      <a:alpha val="40000"/>
                    </a:schemeClr>
                  </a:outerShdw>
                </a:effectLst>
                <a:latin typeface="MontserratLinotype"/>
              </a:rPr>
              <a:t>WE OFFERED</a:t>
            </a:r>
            <a:endParaRPr lang="en-US" sz="7200" b="1" dirty="0">
              <a:ln w="0"/>
              <a:solidFill>
                <a:srgbClr val="00B0F0"/>
              </a:solidFill>
              <a:effectLst>
                <a:outerShdw blurRad="38100" dist="19050" dir="2700000" algn="tl" rotWithShape="0">
                  <a:schemeClr val="dk1">
                    <a:alpha val="40000"/>
                  </a:schemeClr>
                </a:outerShdw>
              </a:effectLst>
              <a:latin typeface="MontserratLinotype"/>
            </a:endParaRPr>
          </a:p>
        </p:txBody>
      </p:sp>
      <p:pic>
        <p:nvPicPr>
          <p:cNvPr id="5" name="Picture 4">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684327" y="-27709"/>
            <a:ext cx="2334363" cy="1091708"/>
          </a:xfrm>
          <a:prstGeom prst="rect">
            <a:avLst/>
          </a:prstGeom>
        </p:spPr>
      </p:pic>
    </p:spTree>
    <p:extLst>
      <p:ext uri="{BB962C8B-B14F-4D97-AF65-F5344CB8AC3E}">
        <p14:creationId xmlns:p14="http://schemas.microsoft.com/office/powerpoint/2010/main" val="36131985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0690" y="804520"/>
            <a:ext cx="8644163" cy="899590"/>
          </a:xfrm>
        </p:spPr>
        <p:txBody>
          <a:bodyPr>
            <a:normAutofit/>
          </a:bodyPr>
          <a:lstStyle/>
          <a:p>
            <a:r>
              <a:rPr lang="en-US" sz="4400" b="1" dirty="0" smtClean="0">
                <a:solidFill>
                  <a:srgbClr val="00B0F0"/>
                </a:solidFill>
              </a:rPr>
              <a:t>Hardware &amp; Networking</a:t>
            </a:r>
            <a:endParaRPr lang="en-US" sz="4400" b="1" dirty="0">
              <a:solidFill>
                <a:srgbClr val="00B0F0"/>
              </a:solidFill>
            </a:endParaRPr>
          </a:p>
        </p:txBody>
      </p:sp>
      <p:sp>
        <p:nvSpPr>
          <p:cNvPr id="4" name="Rounded Rectangle 3"/>
          <p:cNvSpPr/>
          <p:nvPr/>
        </p:nvSpPr>
        <p:spPr>
          <a:xfrm>
            <a:off x="1821872" y="2119743"/>
            <a:ext cx="2382982" cy="13438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a:t>
            </a:r>
            <a:endParaRPr lang="en-US" sz="4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5" name="Rounded Rectangle 4"/>
          <p:cNvSpPr/>
          <p:nvPr/>
        </p:nvSpPr>
        <p:spPr>
          <a:xfrm>
            <a:off x="4668981" y="2119743"/>
            <a:ext cx="2466110" cy="13716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N+</a:t>
            </a:r>
            <a:endParaRPr 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6" name="Rounded Rectangle 5"/>
          <p:cNvSpPr/>
          <p:nvPr/>
        </p:nvSpPr>
        <p:spPr>
          <a:xfrm>
            <a:off x="2660073" y="4045525"/>
            <a:ext cx="2445327" cy="13716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CCNP</a:t>
            </a:r>
            <a:endParaRPr 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7" name="Rounded Rectangle 6"/>
          <p:cNvSpPr/>
          <p:nvPr/>
        </p:nvSpPr>
        <p:spPr>
          <a:xfrm>
            <a:off x="7481455" y="2119743"/>
            <a:ext cx="2673927" cy="13161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Basic Computer</a:t>
            </a:r>
            <a:endPar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8" name="Rounded Rectangle 7"/>
          <p:cNvSpPr/>
          <p:nvPr/>
        </p:nvSpPr>
        <p:spPr>
          <a:xfrm>
            <a:off x="6248400" y="4045525"/>
            <a:ext cx="2466110" cy="1371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CCNP</a:t>
            </a:r>
            <a:endParaRPr 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9" name="Picture 8">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26813389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0618" y="804520"/>
            <a:ext cx="7494235" cy="816462"/>
          </a:xfrm>
        </p:spPr>
        <p:txBody>
          <a:bodyPr>
            <a:normAutofit/>
          </a:bodyPr>
          <a:lstStyle/>
          <a:p>
            <a:r>
              <a:rPr lang="en-US" sz="4400" b="1" dirty="0" smtClean="0">
                <a:solidFill>
                  <a:srgbClr val="00B0F0"/>
                </a:solidFill>
              </a:rPr>
              <a:t>Cloud Computing</a:t>
            </a:r>
            <a:endParaRPr lang="en-US" sz="4400" b="1" dirty="0">
              <a:solidFill>
                <a:srgbClr val="00B0F0"/>
              </a:solidFill>
            </a:endParaRPr>
          </a:p>
        </p:txBody>
      </p:sp>
      <p:sp>
        <p:nvSpPr>
          <p:cNvPr id="4" name="Rounded Rectangle 3"/>
          <p:cNvSpPr/>
          <p:nvPr/>
        </p:nvSpPr>
        <p:spPr>
          <a:xfrm>
            <a:off x="1724890" y="2175163"/>
            <a:ext cx="2563091" cy="14131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Linux</a:t>
            </a:r>
          </a:p>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(RHSCA)</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5" name="Rounded Rectangle 4"/>
          <p:cNvSpPr/>
          <p:nvPr/>
        </p:nvSpPr>
        <p:spPr>
          <a:xfrm>
            <a:off x="7952509" y="4142508"/>
            <a:ext cx="2563091" cy="14131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AZURE </a:t>
            </a: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DevOps</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6" name="Rounded Rectangle 5"/>
          <p:cNvSpPr/>
          <p:nvPr/>
        </p:nvSpPr>
        <p:spPr>
          <a:xfrm>
            <a:off x="4852554" y="4142508"/>
            <a:ext cx="2563091" cy="14131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AZURE - </a:t>
            </a: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104</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7" name="Rounded Rectangle 6"/>
          <p:cNvSpPr/>
          <p:nvPr/>
        </p:nvSpPr>
        <p:spPr>
          <a:xfrm>
            <a:off x="1738744" y="4142508"/>
            <a:ext cx="2563091" cy="14131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AZURE - 900</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8" name="Rounded Rectangle 7"/>
          <p:cNvSpPr/>
          <p:nvPr/>
        </p:nvSpPr>
        <p:spPr>
          <a:xfrm>
            <a:off x="4838699" y="2175163"/>
            <a:ext cx="2563091" cy="14131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AWS</a:t>
            </a:r>
            <a:endParaRPr 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9" name="Rounded Rectangle 8"/>
          <p:cNvSpPr/>
          <p:nvPr/>
        </p:nvSpPr>
        <p:spPr>
          <a:xfrm>
            <a:off x="7952509" y="2175164"/>
            <a:ext cx="2563091" cy="14131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AWS DevOps</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10" name="Picture 9">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831152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5309" y="804520"/>
            <a:ext cx="7369545" cy="899590"/>
          </a:xfrm>
        </p:spPr>
        <p:txBody>
          <a:bodyPr>
            <a:normAutofit/>
          </a:bodyPr>
          <a:lstStyle/>
          <a:p>
            <a:r>
              <a:rPr lang="en-US" sz="4400" b="1" dirty="0" smtClean="0">
                <a:solidFill>
                  <a:srgbClr val="00B0F0"/>
                </a:solidFill>
              </a:rPr>
              <a:t>Software Training</a:t>
            </a:r>
            <a:endParaRPr lang="en-US" sz="4400" b="1" dirty="0">
              <a:solidFill>
                <a:srgbClr val="00B0F0"/>
              </a:solidFill>
            </a:endParaRPr>
          </a:p>
        </p:txBody>
      </p:sp>
      <p:sp>
        <p:nvSpPr>
          <p:cNvPr id="4" name="Rounded Rectangle 3"/>
          <p:cNvSpPr/>
          <p:nvPr/>
        </p:nvSpPr>
        <p:spPr>
          <a:xfrm>
            <a:off x="1870364" y="2341418"/>
            <a:ext cx="2479963" cy="1233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C, C++</a:t>
            </a:r>
            <a:endParaRPr 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5" name="Rounded Rectangle 4"/>
          <p:cNvSpPr/>
          <p:nvPr/>
        </p:nvSpPr>
        <p:spPr>
          <a:xfrm>
            <a:off x="3110345" y="4232562"/>
            <a:ext cx="2479963" cy="1233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Python</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6" name="Rounded Rectangle 5"/>
          <p:cNvSpPr/>
          <p:nvPr/>
        </p:nvSpPr>
        <p:spPr>
          <a:xfrm>
            <a:off x="4876800" y="2362199"/>
            <a:ext cx="2479963" cy="1233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Core Java</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7" name="Rounded Rectangle 6"/>
          <p:cNvSpPr/>
          <p:nvPr/>
        </p:nvSpPr>
        <p:spPr>
          <a:xfrm>
            <a:off x="8035637" y="2341418"/>
            <a:ext cx="2479963" cy="1233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Advance Java</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8" name="Rounded Rectangle 7"/>
          <p:cNvSpPr/>
          <p:nvPr/>
        </p:nvSpPr>
        <p:spPr>
          <a:xfrm>
            <a:off x="6393336" y="4253343"/>
            <a:ext cx="2479963" cy="1233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Java Full Stack</a:t>
            </a:r>
            <a:endPar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9" name="Picture 8">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16962678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1EDA-6E34-82A5-5C38-062928187F4F}"/>
              </a:ext>
            </a:extLst>
          </p:cNvPr>
          <p:cNvSpPr>
            <a:spLocks noGrp="1"/>
          </p:cNvSpPr>
          <p:nvPr>
            <p:ph type="title"/>
          </p:nvPr>
        </p:nvSpPr>
        <p:spPr>
          <a:xfrm>
            <a:off x="1257605" y="1059904"/>
            <a:ext cx="9119449" cy="719481"/>
          </a:xfrm>
        </p:spPr>
        <p:txBody>
          <a:bodyPr/>
          <a:lstStyle/>
          <a:p>
            <a:pPr algn="ctr"/>
            <a:r>
              <a:rPr lang="en-US" sz="3600" b="1" dirty="0" smtClean="0">
                <a:solidFill>
                  <a:srgbClr val="00B0F0"/>
                </a:solidFill>
              </a:rPr>
              <a:t>HARDWARE </a:t>
            </a:r>
            <a:r>
              <a:rPr lang="en-US" sz="3600" b="1" dirty="0">
                <a:solidFill>
                  <a:srgbClr val="00B0F0"/>
                </a:solidFill>
              </a:rPr>
              <a:t>ESSENTIALS(A+)</a:t>
            </a:r>
          </a:p>
        </p:txBody>
      </p:sp>
      <p:sp>
        <p:nvSpPr>
          <p:cNvPr id="3" name="Content Placeholder 2">
            <a:extLst>
              <a:ext uri="{FF2B5EF4-FFF2-40B4-BE49-F238E27FC236}">
                <a16:creationId xmlns:a16="http://schemas.microsoft.com/office/drawing/2014/main" id="{86AC0C5B-CF77-D687-734C-EF3E84C29311}"/>
              </a:ext>
            </a:extLst>
          </p:cNvPr>
          <p:cNvSpPr>
            <a:spLocks noGrp="1"/>
          </p:cNvSpPr>
          <p:nvPr>
            <p:ph idx="1"/>
          </p:nvPr>
        </p:nvSpPr>
        <p:spPr>
          <a:xfrm>
            <a:off x="1359059" y="2398085"/>
            <a:ext cx="9520158" cy="3450613"/>
          </a:xfrm>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Duration			:         30 Hours</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a:t>
            </a:r>
            <a:r>
              <a:rPr lang="en-US" sz="2400" dirty="0" smtClean="0">
                <a:latin typeface="Times New Roman" panose="02020603050405020304" pitchFamily="18" charset="0"/>
                <a:cs typeface="Times New Roman" panose="02020603050405020304" pitchFamily="18" charset="0"/>
              </a:rPr>
              <a:t>Path  		:         </a:t>
            </a:r>
            <a:r>
              <a:rPr lang="en-US" sz="2400" dirty="0">
                <a:latin typeface="Times New Roman" panose="02020603050405020304" pitchFamily="18" charset="0"/>
                <a:cs typeface="Times New Roman" panose="02020603050405020304" pitchFamily="18" charset="0"/>
              </a:rPr>
              <a:t>IT Support Specialist , Help </a:t>
            </a:r>
            <a:r>
              <a:rPr lang="en-US" sz="2400" dirty="0" smtClean="0">
                <a:latin typeface="Times New Roman" panose="02020603050405020304" pitchFamily="18" charset="0"/>
                <a:cs typeface="Times New Roman" panose="02020603050405020304" pitchFamily="18" charset="0"/>
              </a:rPr>
              <a:t>Desk…</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For </a:t>
            </a:r>
            <a:r>
              <a:rPr lang="en-US" sz="2400" dirty="0" smtClean="0">
                <a:latin typeface="Times New Roman" panose="02020603050405020304" pitchFamily="18" charset="0"/>
                <a:cs typeface="Times New Roman" panose="02020603050405020304" pitchFamily="18" charset="0"/>
              </a:rPr>
              <a:t>Whom 			:         </a:t>
            </a:r>
            <a:r>
              <a:rPr lang="en-US" sz="2400" dirty="0">
                <a:latin typeface="Times New Roman" panose="02020603050405020304" pitchFamily="18" charset="0"/>
                <a:cs typeface="Times New Roman" panose="02020603050405020304" pitchFamily="18" charset="0"/>
              </a:rPr>
              <a:t>Anyone and Everyone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Next Pursued </a:t>
            </a:r>
            <a:r>
              <a:rPr lang="en-US" sz="2400" dirty="0" smtClean="0">
                <a:latin typeface="Times New Roman" panose="02020603050405020304" pitchFamily="18" charset="0"/>
                <a:cs typeface="Times New Roman" panose="02020603050405020304" pitchFamily="18" charset="0"/>
              </a:rPr>
              <a:t>Certification     :         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Key Sills 			:        </a:t>
            </a:r>
            <a:r>
              <a:rPr lang="en-US" sz="2400" dirty="0" smtClean="0"/>
              <a:t>Basic Electronics, </a:t>
            </a:r>
            <a:r>
              <a:rPr lang="en-US" sz="2400" dirty="0"/>
              <a:t>Troubleshooting 					         and Repair, </a:t>
            </a:r>
            <a:r>
              <a:rPr lang="en-US" sz="2400" dirty="0" smtClean="0"/>
              <a:t>Microcontroller</a:t>
            </a:r>
            <a:r>
              <a:rPr lang="en-US" sz="2400" dirty="0" smtClean="0"/>
              <a:t>…</a:t>
            </a:r>
            <a:endParaRPr lang="en-US" sz="2400" dirty="0" smtClean="0"/>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11930828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59DA6-CD74-B9FF-6F1C-B6F4518F5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0F258-96C6-BCC7-3E72-5ED855AF35C5}"/>
              </a:ext>
            </a:extLst>
          </p:cNvPr>
          <p:cNvSpPr>
            <a:spLocks noGrp="1"/>
          </p:cNvSpPr>
          <p:nvPr>
            <p:ph type="title"/>
          </p:nvPr>
        </p:nvSpPr>
        <p:spPr>
          <a:xfrm>
            <a:off x="1534696" y="1003862"/>
            <a:ext cx="8967049" cy="844172"/>
          </a:xfrm>
        </p:spPr>
        <p:txBody>
          <a:bodyPr>
            <a:noAutofit/>
          </a:bodyPr>
          <a:lstStyle/>
          <a:p>
            <a:pPr algn="ctr"/>
            <a:r>
              <a:rPr lang="en-US" sz="3600" b="1" dirty="0" smtClean="0">
                <a:solidFill>
                  <a:srgbClr val="00B0F0"/>
                </a:solidFill>
              </a:rPr>
              <a:t>NETWORKING </a:t>
            </a:r>
            <a:r>
              <a:rPr lang="en-US" sz="3600" b="1" dirty="0">
                <a:solidFill>
                  <a:srgbClr val="00B0F0"/>
                </a:solidFill>
              </a:rPr>
              <a:t>ESSENTIALS(N+)</a:t>
            </a:r>
          </a:p>
        </p:txBody>
      </p:sp>
      <p:sp>
        <p:nvSpPr>
          <p:cNvPr id="3" name="Content Placeholder 2">
            <a:extLst>
              <a:ext uri="{FF2B5EF4-FFF2-40B4-BE49-F238E27FC236}">
                <a16:creationId xmlns:a16="http://schemas.microsoft.com/office/drawing/2014/main" id="{4555533C-7FD1-CA0A-0CC0-78F434EB1EBB}"/>
              </a:ext>
            </a:extLst>
          </p:cNvPr>
          <p:cNvSpPr>
            <a:spLocks noGrp="1"/>
          </p:cNvSpPr>
          <p:nvPr>
            <p:ph idx="1"/>
          </p:nvPr>
        </p:nvSpPr>
        <p:spPr>
          <a:xfrm>
            <a:off x="1368442" y="2535382"/>
            <a:ext cx="10158540" cy="3415872"/>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a:t>
            </a:r>
            <a:r>
              <a:rPr lang="en-US" sz="2400" dirty="0" smtClean="0">
                <a:latin typeface="Times New Roman" panose="02020603050405020304" pitchFamily="18" charset="0"/>
                <a:cs typeface="Times New Roman" panose="02020603050405020304" pitchFamily="18" charset="0"/>
              </a:rPr>
              <a:t>30 </a:t>
            </a:r>
            <a:r>
              <a:rPr lang="en-US" sz="2400" dirty="0">
                <a:latin typeface="Times New Roman" panose="02020603050405020304" pitchFamily="18" charset="0"/>
                <a:cs typeface="Times New Roman" panose="02020603050405020304" pitchFamily="18" charset="0"/>
              </a:rPr>
              <a:t>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a:t>
            </a:r>
            <a:r>
              <a:rPr lang="en-US" sz="2400" dirty="0" smtClean="0">
                <a:latin typeface="Times New Roman" panose="02020603050405020304" pitchFamily="18" charset="0"/>
                <a:cs typeface="Times New Roman" panose="02020603050405020304" pitchFamily="18" charset="0"/>
              </a:rPr>
              <a:t>:     Network Engineer, Network Administrator…</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For Whom 			: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Anyone and Everyone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Next Pursued Certification     :  </a:t>
            </a:r>
            <a:r>
              <a:rPr lang="en-US" sz="2400" dirty="0" smtClean="0">
                <a:latin typeface="Times New Roman" panose="02020603050405020304" pitchFamily="18" charset="0"/>
                <a:cs typeface="Times New Roman" panose="02020603050405020304" pitchFamily="18" charset="0"/>
              </a:rPr>
              <a:t>    CCNA</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Key Sills 			:      </a:t>
            </a:r>
            <a:r>
              <a:rPr lang="en-US" sz="2400" dirty="0"/>
              <a:t>Networking Protocols, Router and Switch </a:t>
            </a:r>
            <a:r>
              <a:rPr lang="en-US" sz="2400" dirty="0" smtClean="0"/>
              <a:t>				       Configuration</a:t>
            </a:r>
            <a:r>
              <a:rPr lang="en-US" sz="2400" dirty="0" smtClean="0">
                <a:latin typeface="Times New Roman" panose="02020603050405020304" pitchFamily="18" charset="0"/>
                <a:cs typeface="Times New Roman" panose="02020603050405020304" pitchFamily="18" charset="0"/>
              </a:rPr>
              <a:t>, </a:t>
            </a:r>
            <a:r>
              <a:rPr lang="en-US" sz="2400" dirty="0"/>
              <a:t>Network </a:t>
            </a:r>
            <a:r>
              <a:rPr lang="en-US" sz="2400" dirty="0" smtClean="0"/>
              <a:t>Security</a:t>
            </a:r>
            <a:r>
              <a:rPr lang="en-US" sz="2400" dirty="0" smtClean="0"/>
              <a:t>…</a:t>
            </a:r>
            <a:endParaRPr lang="en-US" sz="2400" dirty="0" smtClean="0"/>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5836848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2507" y="761408"/>
            <a:ext cx="4849093" cy="844172"/>
          </a:xfrm>
        </p:spPr>
        <p:txBody>
          <a:bodyPr>
            <a:normAutofit/>
          </a:bodyPr>
          <a:lstStyle/>
          <a:p>
            <a:r>
              <a:rPr lang="en-US" sz="4400" b="1" dirty="0" smtClean="0">
                <a:solidFill>
                  <a:srgbClr val="00B0F0"/>
                </a:solidFill>
              </a:rPr>
              <a:t>CCNA </a:t>
            </a:r>
            <a:endParaRPr lang="en-US" sz="4400" b="1" dirty="0">
              <a:solidFill>
                <a:srgbClr val="00B0F0"/>
              </a:solidFill>
            </a:endParaRPr>
          </a:p>
        </p:txBody>
      </p:sp>
      <p:sp>
        <p:nvSpPr>
          <p:cNvPr id="3" name="Content Placeholder 2"/>
          <p:cNvSpPr>
            <a:spLocks noGrp="1"/>
          </p:cNvSpPr>
          <p:nvPr>
            <p:ph idx="1"/>
          </p:nvPr>
        </p:nvSpPr>
        <p:spPr>
          <a:xfrm>
            <a:off x="1534696" y="2050473"/>
            <a:ext cx="9520158" cy="407323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4</a:t>
            </a:r>
            <a:r>
              <a:rPr lang="en-US" sz="2400" dirty="0" smtClean="0">
                <a:latin typeface="Times New Roman" panose="02020603050405020304" pitchFamily="18" charset="0"/>
                <a:cs typeface="Times New Roman" panose="02020603050405020304" pitchFamily="18" charset="0"/>
              </a:rPr>
              <a:t>0 </a:t>
            </a:r>
            <a:r>
              <a:rPr lang="en-US" sz="2400" dirty="0">
                <a:latin typeface="Times New Roman" panose="02020603050405020304" pitchFamily="18" charset="0"/>
                <a:cs typeface="Times New Roman" panose="02020603050405020304" pitchFamily="18" charset="0"/>
              </a:rPr>
              <a:t>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a:t>
            </a:r>
            <a:r>
              <a:rPr lang="en-US" sz="2400" dirty="0" smtClean="0">
                <a:latin typeface="Times New Roman" panose="02020603050405020304" pitchFamily="18" charset="0"/>
                <a:cs typeface="Times New Roman" panose="02020603050405020304" pitchFamily="18" charset="0"/>
              </a:rPr>
              <a:t>:     </a:t>
            </a:r>
            <a:r>
              <a:rPr lang="en-US" sz="2400" dirty="0"/>
              <a:t>Technical Support Engineer, Systems </a:t>
            </a:r>
            <a:r>
              <a:rPr lang="en-US" sz="2400" dirty="0" smtClean="0"/>
              <a:t>				</a:t>
            </a:r>
            <a:r>
              <a:rPr lang="en-US" sz="2400" dirty="0"/>
              <a:t>      Administrator, VoIP Engineer…</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For Whom 			:      Who </a:t>
            </a:r>
            <a:r>
              <a:rPr lang="en-US" sz="2400" dirty="0" smtClean="0">
                <a:latin typeface="Times New Roman" panose="02020603050405020304" pitchFamily="18" charset="0"/>
                <a:cs typeface="Times New Roman" panose="02020603050405020304" pitchFamily="18" charset="0"/>
              </a:rPr>
              <a:t>has Completed </a:t>
            </a:r>
            <a:r>
              <a:rPr lang="en-US" sz="2400" dirty="0">
                <a:latin typeface="Times New Roman" panose="02020603050405020304" pitchFamily="18" charset="0"/>
                <a:cs typeface="Times New Roman" panose="02020603050405020304" pitchFamily="18" charset="0"/>
              </a:rPr>
              <a:t>N</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Next Pursued Certification     :      </a:t>
            </a:r>
            <a:r>
              <a:rPr lang="en-US" sz="2400" dirty="0" smtClean="0">
                <a:latin typeface="Times New Roman" panose="02020603050405020304" pitchFamily="18" charset="0"/>
                <a:cs typeface="Times New Roman" panose="02020603050405020304" pitchFamily="18" charset="0"/>
              </a:rPr>
              <a:t>CCNP</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Key Sills 			:      </a:t>
            </a:r>
            <a:r>
              <a:rPr lang="en-US" sz="2400" dirty="0"/>
              <a:t>IP Addressing and </a:t>
            </a:r>
            <a:r>
              <a:rPr lang="en-US" sz="2400" dirty="0" err="1" smtClean="0"/>
              <a:t>Subnetting</a:t>
            </a:r>
            <a:r>
              <a:rPr lang="en-US" sz="2400" dirty="0"/>
              <a:t>, 					       Wireless Networking, Basic </a:t>
            </a:r>
            <a:r>
              <a:rPr lang="en-US" sz="2400" dirty="0" smtClean="0"/>
              <a:t>						       Automation </a:t>
            </a:r>
            <a:r>
              <a:rPr lang="en-US" sz="2400" dirty="0"/>
              <a:t>and </a:t>
            </a:r>
            <a:r>
              <a:rPr lang="en-US" sz="2400" dirty="0" smtClean="0"/>
              <a:t>Programmability</a:t>
            </a:r>
            <a:r>
              <a:rPr lang="en-US" sz="2400" dirty="0"/>
              <a:t> </a:t>
            </a:r>
            <a:r>
              <a:rPr lang="en-US" sz="2400" dirty="0" smtClean="0"/>
              <a:t>….</a:t>
            </a:r>
            <a:endParaRPr lang="en-US" sz="2400" dirty="0" smtClean="0"/>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20373918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0218" y="804519"/>
            <a:ext cx="6884636" cy="816463"/>
          </a:xfrm>
        </p:spPr>
        <p:txBody>
          <a:bodyPr>
            <a:normAutofit/>
          </a:bodyPr>
          <a:lstStyle/>
          <a:p>
            <a:r>
              <a:rPr lang="en-US" sz="4400" b="1" dirty="0" smtClean="0">
                <a:solidFill>
                  <a:srgbClr val="00B0F0"/>
                </a:solidFill>
              </a:rPr>
              <a:t>CCNP</a:t>
            </a:r>
            <a:endParaRPr lang="en-US" sz="4400" b="1" dirty="0">
              <a:solidFill>
                <a:srgbClr val="00B0F0"/>
              </a:solidFill>
            </a:endParaRPr>
          </a:p>
        </p:txBody>
      </p:sp>
      <p:sp>
        <p:nvSpPr>
          <p:cNvPr id="3" name="Content Placeholder 2"/>
          <p:cNvSpPr>
            <a:spLocks noGrp="1"/>
          </p:cNvSpPr>
          <p:nvPr>
            <p:ph idx="1"/>
          </p:nvPr>
        </p:nvSpPr>
        <p:spPr>
          <a:xfrm>
            <a:off x="1534696" y="1896226"/>
            <a:ext cx="9520158" cy="4296755"/>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a:t>
            </a:r>
            <a:r>
              <a:rPr lang="en-US" sz="2400" dirty="0" smtClean="0">
                <a:latin typeface="Times New Roman" panose="02020603050405020304" pitchFamily="18" charset="0"/>
                <a:cs typeface="Times New Roman" panose="02020603050405020304" pitchFamily="18" charset="0"/>
              </a:rPr>
              <a:t>120 </a:t>
            </a:r>
            <a:r>
              <a:rPr lang="en-US" sz="2400" dirty="0">
                <a:latin typeface="Times New Roman" panose="02020603050405020304" pitchFamily="18" charset="0"/>
                <a:cs typeface="Times New Roman" panose="02020603050405020304" pitchFamily="18" charset="0"/>
              </a:rPr>
              <a:t>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Network </a:t>
            </a:r>
            <a:r>
              <a:rPr lang="en-US" sz="2400" dirty="0" smtClean="0">
                <a:latin typeface="Times New Roman" panose="02020603050405020304" pitchFamily="18" charset="0"/>
                <a:cs typeface="Times New Roman" panose="02020603050405020304" pitchFamily="18" charset="0"/>
              </a:rPr>
              <a:t>Architect</a:t>
            </a:r>
            <a:r>
              <a:rPr lang="en-US" sz="2400" dirty="0" smtClean="0"/>
              <a:t>, </a:t>
            </a:r>
            <a:r>
              <a:rPr lang="en-US" sz="2400" dirty="0"/>
              <a:t>Senior Network 					      Engineer, Cloud Network Engineer…</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For Whom 			:      </a:t>
            </a:r>
            <a:r>
              <a:rPr lang="en-US" sz="2400" dirty="0" smtClean="0">
                <a:latin typeface="Times New Roman" panose="02020603050405020304" pitchFamily="18" charset="0"/>
                <a:cs typeface="Times New Roman" panose="02020603050405020304" pitchFamily="18" charset="0"/>
              </a:rPr>
              <a:t>Who has Completed N+, CCNA</a:t>
            </a:r>
          </a:p>
          <a:p>
            <a:pPr marL="0" indent="0">
              <a:buNone/>
            </a:pPr>
            <a:r>
              <a:rPr lang="en-US" sz="2400" dirty="0" smtClean="0">
                <a:latin typeface="Times New Roman" panose="02020603050405020304" pitchFamily="18" charset="0"/>
                <a:cs typeface="Times New Roman" panose="02020603050405020304" pitchFamily="18" charset="0"/>
              </a:rPr>
              <a:t>Key </a:t>
            </a:r>
            <a:r>
              <a:rPr lang="en-US" sz="2400" dirty="0">
                <a:latin typeface="Times New Roman" panose="02020603050405020304" pitchFamily="18" charset="0"/>
                <a:cs typeface="Times New Roman" panose="02020603050405020304" pitchFamily="18" charset="0"/>
              </a:rPr>
              <a:t>Sills 			:     </a:t>
            </a:r>
            <a:r>
              <a:rPr lang="en-US" sz="2400" dirty="0"/>
              <a:t>Layer 2 Technologies, Quality of </a:t>
            </a:r>
            <a:r>
              <a:rPr lang="en-US" sz="2400" dirty="0" smtClean="0"/>
              <a:t>					      Service </a:t>
            </a:r>
            <a:r>
              <a:rPr lang="en-US" sz="2400" dirty="0"/>
              <a:t>(</a:t>
            </a:r>
            <a:r>
              <a:rPr lang="en-US" sz="2400" dirty="0" err="1"/>
              <a:t>QoS</a:t>
            </a:r>
            <a:r>
              <a:rPr lang="en-US" sz="2400" dirty="0" smtClean="0"/>
              <a:t>)</a:t>
            </a:r>
            <a:r>
              <a:rPr lang="en-US" sz="2400" dirty="0" smtClean="0">
                <a:latin typeface="Times New Roman" panose="02020603050405020304" pitchFamily="18" charset="0"/>
                <a:cs typeface="Times New Roman" panose="02020603050405020304" pitchFamily="18" charset="0"/>
              </a:rPr>
              <a:t>, </a:t>
            </a:r>
            <a:r>
              <a:rPr lang="en-US" sz="2400" dirty="0"/>
              <a:t>Advanced Routing </a:t>
            </a:r>
            <a:r>
              <a:rPr lang="en-US" sz="2400" dirty="0" smtClean="0"/>
              <a:t>					      Protocols</a:t>
            </a:r>
            <a:r>
              <a:rPr lang="en-US" sz="2400" dirty="0" smtClean="0"/>
              <a:t>…</a:t>
            </a:r>
            <a:endParaRPr lang="en-US" sz="2400" dirty="0" smtClean="0"/>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19666739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6420" y="731673"/>
            <a:ext cx="6496709" cy="858026"/>
          </a:xfrm>
        </p:spPr>
        <p:txBody>
          <a:bodyPr>
            <a:normAutofit/>
          </a:bodyPr>
          <a:lstStyle/>
          <a:p>
            <a:r>
              <a:rPr lang="en-US" sz="4400" b="1" dirty="0" smtClean="0">
                <a:solidFill>
                  <a:srgbClr val="00B0F0"/>
                </a:solidFill>
              </a:rPr>
              <a:t>Linux – RHCSA</a:t>
            </a:r>
            <a:endParaRPr lang="en-US" sz="4400" b="1" dirty="0">
              <a:solidFill>
                <a:srgbClr val="00B0F0"/>
              </a:solidFill>
            </a:endParaRPr>
          </a:p>
        </p:txBody>
      </p:sp>
      <p:sp>
        <p:nvSpPr>
          <p:cNvPr id="3" name="Content Placeholder 2"/>
          <p:cNvSpPr>
            <a:spLocks noGrp="1"/>
          </p:cNvSpPr>
          <p:nvPr>
            <p:ph idx="1"/>
          </p:nvPr>
        </p:nvSpPr>
        <p:spPr>
          <a:xfrm>
            <a:off x="1631678" y="2064329"/>
            <a:ext cx="9520158" cy="432261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40 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a:t>
            </a:r>
            <a:r>
              <a:rPr lang="en-US" sz="2400" dirty="0"/>
              <a:t>Linux System </a:t>
            </a:r>
            <a:r>
              <a:rPr lang="en-US" sz="2400" dirty="0" smtClean="0"/>
              <a:t>Administrator</a:t>
            </a:r>
            <a:r>
              <a:rPr lang="en-US" sz="2400" dirty="0"/>
              <a:t>, Linux </a:t>
            </a:r>
            <a:r>
              <a:rPr lang="en-US" sz="2400" dirty="0" smtClean="0"/>
              <a:t>					      Support Engineer, Linux Engineer…</a:t>
            </a:r>
          </a:p>
          <a:p>
            <a:pPr marL="0" indent="0">
              <a:buNone/>
            </a:pPr>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Whom 			:      Who </a:t>
            </a:r>
            <a:r>
              <a:rPr lang="en-US" sz="2400" dirty="0" smtClean="0">
                <a:latin typeface="Times New Roman" panose="02020603050405020304" pitchFamily="18" charset="0"/>
                <a:cs typeface="Times New Roman" panose="02020603050405020304" pitchFamily="18" charset="0"/>
              </a:rPr>
              <a:t>has Completed </a:t>
            </a:r>
            <a:r>
              <a:rPr lang="en-US" sz="2400" dirty="0">
                <a:latin typeface="Times New Roman" panose="02020603050405020304" pitchFamily="18" charset="0"/>
                <a:cs typeface="Times New Roman" panose="02020603050405020304" pitchFamily="18" charset="0"/>
              </a:rPr>
              <a:t>N+, CCNA</a:t>
            </a:r>
          </a:p>
          <a:p>
            <a:pPr marL="0" indent="0">
              <a:buNone/>
            </a:pPr>
            <a:r>
              <a:rPr lang="en-US" sz="2400" dirty="0">
                <a:latin typeface="Times New Roman" panose="02020603050405020304" pitchFamily="18" charset="0"/>
                <a:cs typeface="Times New Roman" panose="02020603050405020304" pitchFamily="18" charset="0"/>
              </a:rPr>
              <a:t>Key Sills 			:      </a:t>
            </a:r>
            <a:r>
              <a:rPr lang="en-US" sz="2400" dirty="0"/>
              <a:t>Linux Fundamentals, System </a:t>
            </a:r>
            <a:r>
              <a:rPr lang="en-US" sz="2400" dirty="0" smtClean="0"/>
              <a:t>						       Monitoring </a:t>
            </a:r>
            <a:r>
              <a:rPr lang="en-US" sz="2400" dirty="0"/>
              <a:t>and Performance Tuning, </a:t>
            </a:r>
            <a:r>
              <a:rPr lang="en-US" sz="2400" dirty="0" smtClean="0"/>
              <a:t>				       Security Practices</a:t>
            </a:r>
            <a:r>
              <a:rPr lang="en-US" sz="2400" dirty="0" smtClean="0"/>
              <a:t>…</a:t>
            </a:r>
            <a:endParaRPr lang="en-US" sz="2400" dirty="0" smtClean="0"/>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36514832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0619" y="614832"/>
            <a:ext cx="7729762" cy="885736"/>
          </a:xfrm>
        </p:spPr>
        <p:txBody>
          <a:bodyPr>
            <a:normAutofit/>
          </a:bodyPr>
          <a:lstStyle/>
          <a:p>
            <a:r>
              <a:rPr lang="en-US" sz="4400" b="1" dirty="0" smtClean="0">
                <a:solidFill>
                  <a:srgbClr val="00B0F0"/>
                </a:solidFill>
              </a:rPr>
              <a:t>AWS - SAA</a:t>
            </a:r>
            <a:endParaRPr lang="en-US" sz="4400" b="1" dirty="0">
              <a:solidFill>
                <a:srgbClr val="00B0F0"/>
              </a:solidFill>
            </a:endParaRPr>
          </a:p>
        </p:txBody>
      </p:sp>
      <p:sp>
        <p:nvSpPr>
          <p:cNvPr id="3" name="Content Placeholder 2"/>
          <p:cNvSpPr>
            <a:spLocks noGrp="1"/>
          </p:cNvSpPr>
          <p:nvPr>
            <p:ph idx="1"/>
          </p:nvPr>
        </p:nvSpPr>
        <p:spPr>
          <a:xfrm>
            <a:off x="1534695" y="1500568"/>
            <a:ext cx="10130831" cy="467855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40 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a:t>
            </a:r>
            <a:r>
              <a:rPr lang="en-US" sz="2400" dirty="0"/>
              <a:t>Cloud Solutions Architect, AWS </a:t>
            </a:r>
            <a:r>
              <a:rPr lang="en-US" sz="2400" dirty="0" smtClean="0"/>
              <a:t>					       </a:t>
            </a:r>
            <a:r>
              <a:rPr lang="en-US" sz="2400" dirty="0" err="1" smtClean="0"/>
              <a:t>SysOps</a:t>
            </a:r>
            <a:r>
              <a:rPr lang="en-US" sz="2400" dirty="0" smtClean="0"/>
              <a:t> </a:t>
            </a:r>
            <a:r>
              <a:rPr lang="en-US" sz="2400" dirty="0"/>
              <a:t>Administrator, AWS </a:t>
            </a:r>
            <a:r>
              <a:rPr lang="en-US" sz="2400" dirty="0" smtClean="0"/>
              <a:t>						       Solutions Developer…</a:t>
            </a:r>
            <a:endParaRPr lang="en-US" sz="2400" dirty="0"/>
          </a:p>
          <a:p>
            <a:pPr marL="0" indent="0">
              <a:buNone/>
            </a:pPr>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Whom 			:      Who </a:t>
            </a:r>
            <a:r>
              <a:rPr lang="en-US" sz="2400" dirty="0" smtClean="0">
                <a:latin typeface="Times New Roman" panose="02020603050405020304" pitchFamily="18" charset="0"/>
                <a:cs typeface="Times New Roman" panose="02020603050405020304" pitchFamily="18" charset="0"/>
              </a:rPr>
              <a:t>has Completed </a:t>
            </a:r>
            <a:r>
              <a:rPr lang="en-US" sz="2400" dirty="0">
                <a:latin typeface="Times New Roman" panose="02020603050405020304" pitchFamily="18" charset="0"/>
                <a:cs typeface="Times New Roman" panose="02020603050405020304" pitchFamily="18" charset="0"/>
              </a:rPr>
              <a:t>N+, </a:t>
            </a:r>
            <a:r>
              <a:rPr lang="en-US" sz="2400" dirty="0" smtClean="0">
                <a:latin typeface="Times New Roman" panose="02020603050405020304" pitchFamily="18" charset="0"/>
                <a:cs typeface="Times New Roman" panose="02020603050405020304" pitchFamily="18" charset="0"/>
              </a:rPr>
              <a:t>CCNA, Linux</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Key Sills 			:      </a:t>
            </a:r>
            <a:r>
              <a:rPr lang="en-US" sz="2400" dirty="0" smtClean="0"/>
              <a:t>Cloud </a:t>
            </a:r>
            <a:r>
              <a:rPr lang="en-US" sz="2400" dirty="0"/>
              <a:t>Computing </a:t>
            </a:r>
            <a:r>
              <a:rPr lang="en-US" sz="2400" dirty="0" smtClean="0"/>
              <a:t>Fundamentals</a:t>
            </a:r>
            <a:r>
              <a:rPr lang="en-US" sz="2400" dirty="0"/>
              <a:t>, 					        AWS Services, Networking on AWS, </a:t>
            </a:r>
            <a:r>
              <a:rPr lang="en-US" sz="2400" dirty="0" smtClean="0"/>
              <a:t>				        Security </a:t>
            </a:r>
            <a:r>
              <a:rPr lang="en-US" sz="2400" dirty="0"/>
              <a:t>Best </a:t>
            </a:r>
            <a:r>
              <a:rPr lang="en-US" sz="2400" dirty="0" smtClean="0"/>
              <a:t>Practices including 					        Projects</a:t>
            </a:r>
            <a:r>
              <a:rPr lang="en-US" sz="2400" dirty="0" smtClean="0"/>
              <a:t>…</a:t>
            </a:r>
            <a:endParaRPr lang="en-US" sz="2400" dirty="0" smtClean="0"/>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20240663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7708" y="717818"/>
            <a:ext cx="6801509" cy="885736"/>
          </a:xfrm>
        </p:spPr>
        <p:txBody>
          <a:bodyPr>
            <a:normAutofit/>
          </a:bodyPr>
          <a:lstStyle/>
          <a:p>
            <a:r>
              <a:rPr lang="en-US" sz="4400" b="1" dirty="0" smtClean="0">
                <a:solidFill>
                  <a:srgbClr val="00B0F0"/>
                </a:solidFill>
              </a:rPr>
              <a:t>DevOps</a:t>
            </a:r>
            <a:endParaRPr lang="en-US" sz="4400" b="1" dirty="0">
              <a:solidFill>
                <a:srgbClr val="00B0F0"/>
              </a:solidFill>
            </a:endParaRPr>
          </a:p>
        </p:txBody>
      </p:sp>
      <p:sp>
        <p:nvSpPr>
          <p:cNvPr id="3" name="Content Placeholder 2"/>
          <p:cNvSpPr>
            <a:spLocks noGrp="1"/>
          </p:cNvSpPr>
          <p:nvPr>
            <p:ph idx="1"/>
          </p:nvPr>
        </p:nvSpPr>
        <p:spPr>
          <a:xfrm>
            <a:off x="1548551" y="1809526"/>
            <a:ext cx="9520158" cy="415820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40 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a:t>
            </a:r>
            <a:r>
              <a:rPr lang="en-US" sz="2400" dirty="0" smtClean="0"/>
              <a:t>Cloud Engineer, </a:t>
            </a:r>
            <a:r>
              <a:rPr lang="en-US" sz="2400" dirty="0"/>
              <a:t>DevOps Engineer, </a:t>
            </a:r>
            <a:r>
              <a:rPr lang="en-US" sz="2400" dirty="0" smtClean="0"/>
              <a:t>					      Cloud </a:t>
            </a:r>
            <a:r>
              <a:rPr lang="en-US" sz="2400" dirty="0"/>
              <a:t>Security Engineer </a:t>
            </a:r>
            <a:r>
              <a:rPr lang="en-US" sz="2400" dirty="0" smtClean="0"/>
              <a:t>…</a:t>
            </a:r>
            <a:endParaRPr lang="en-US" sz="2400" dirty="0"/>
          </a:p>
          <a:p>
            <a:pPr marL="0" indent="0">
              <a:buNone/>
            </a:pPr>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Whom 			:      Who </a:t>
            </a:r>
            <a:r>
              <a:rPr lang="en-US" sz="2400" dirty="0" smtClean="0">
                <a:latin typeface="Times New Roman" panose="02020603050405020304" pitchFamily="18" charset="0"/>
                <a:cs typeface="Times New Roman" panose="02020603050405020304" pitchFamily="18" charset="0"/>
              </a:rPr>
              <a:t>has Completed </a:t>
            </a:r>
            <a:r>
              <a:rPr lang="en-US" sz="2400" dirty="0">
                <a:latin typeface="Times New Roman" panose="02020603050405020304" pitchFamily="18" charset="0"/>
                <a:cs typeface="Times New Roman" panose="02020603050405020304" pitchFamily="18" charset="0"/>
              </a:rPr>
              <a:t>N+, </a:t>
            </a:r>
            <a:r>
              <a:rPr lang="en-US" sz="2400" dirty="0" smtClean="0">
                <a:latin typeface="Times New Roman" panose="02020603050405020304" pitchFamily="18" charset="0"/>
                <a:cs typeface="Times New Roman" panose="02020603050405020304" pitchFamily="18" charset="0"/>
              </a:rPr>
              <a:t>Linux, AWS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Key Sills 			:      </a:t>
            </a:r>
            <a:r>
              <a:rPr lang="en-US" sz="2400" dirty="0" smtClean="0"/>
              <a:t>Continuous </a:t>
            </a:r>
            <a:r>
              <a:rPr lang="en-US" sz="2400" dirty="0"/>
              <a:t>Integration and </a:t>
            </a:r>
            <a:r>
              <a:rPr lang="en-US" sz="2400" dirty="0" smtClean="0"/>
              <a:t>						       Continuous </a:t>
            </a:r>
            <a:r>
              <a:rPr lang="en-US" sz="2400" dirty="0"/>
              <a:t>Deployment (CI/CD), </a:t>
            </a:r>
            <a:r>
              <a:rPr lang="en-US" sz="2400" dirty="0" smtClean="0"/>
              <a:t>					       Version </a:t>
            </a:r>
            <a:r>
              <a:rPr lang="en-US" sz="2400" dirty="0"/>
              <a:t>Control Systems</a:t>
            </a:r>
            <a:r>
              <a:rPr lang="en-US" sz="2400" dirty="0" smtClean="0">
                <a:latin typeface="Times New Roman" panose="02020603050405020304" pitchFamily="18" charset="0"/>
                <a:cs typeface="Times New Roman" panose="02020603050405020304" pitchFamily="18" charset="0"/>
              </a:rPr>
              <a:t> including 					        Projects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8613542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0291" y="638265"/>
            <a:ext cx="8034563" cy="858026"/>
          </a:xfrm>
        </p:spPr>
        <p:txBody>
          <a:bodyPr>
            <a:normAutofit/>
          </a:bodyPr>
          <a:lstStyle/>
          <a:p>
            <a:r>
              <a:rPr lang="en-US" sz="4000" b="1" dirty="0" smtClean="0">
                <a:solidFill>
                  <a:srgbClr val="00B0F0"/>
                </a:solidFill>
              </a:rPr>
              <a:t>Azure – 900 &amp; 104</a:t>
            </a:r>
            <a:endParaRPr lang="en-US" sz="4000" b="1" dirty="0">
              <a:solidFill>
                <a:srgbClr val="00B0F0"/>
              </a:solidFill>
            </a:endParaRPr>
          </a:p>
        </p:txBody>
      </p:sp>
      <p:sp>
        <p:nvSpPr>
          <p:cNvPr id="3" name="Content Placeholder 2"/>
          <p:cNvSpPr>
            <a:spLocks noGrp="1"/>
          </p:cNvSpPr>
          <p:nvPr>
            <p:ph idx="1"/>
          </p:nvPr>
        </p:nvSpPr>
        <p:spPr>
          <a:xfrm>
            <a:off x="1714805" y="1884218"/>
            <a:ext cx="9520158" cy="4017818"/>
          </a:xfrm>
        </p:spPr>
        <p:txBody>
          <a:bodyPr>
            <a:noAutofit/>
          </a:bodyPr>
          <a:lstStyle/>
          <a:p>
            <a:pPr marL="0" indent="0">
              <a:buNone/>
            </a:pPr>
            <a:r>
              <a:rPr lang="en-US" sz="2400" dirty="0" smtClean="0">
                <a:latin typeface="Times New Roman" panose="02020603050405020304" pitchFamily="18" charset="0"/>
                <a:cs typeface="Times New Roman" panose="02020603050405020304" pitchFamily="18" charset="0"/>
              </a:rPr>
              <a:t>Duration			:     40 Hours</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Potential Career Path  		:     </a:t>
            </a:r>
            <a:r>
              <a:rPr lang="en-US" sz="2400" dirty="0"/>
              <a:t>Azure Governance, Security, Privacy, </a:t>
            </a:r>
            <a:r>
              <a:rPr lang="en-US" sz="2400" dirty="0" smtClean="0"/>
              <a:t>				      Compliance</a:t>
            </a:r>
            <a:r>
              <a:rPr lang="en-US" sz="2400" dirty="0"/>
              <a:t>, Identity and Access </a:t>
            </a:r>
            <a:r>
              <a:rPr lang="en-US" sz="2400" dirty="0" smtClean="0"/>
              <a:t>				  	      Management</a:t>
            </a:r>
            <a:r>
              <a:rPr lang="en-US" sz="2400" dirty="0"/>
              <a:t>…</a:t>
            </a:r>
            <a:endParaRPr lang="en-US" sz="2400" dirty="0" smtClean="0"/>
          </a:p>
          <a:p>
            <a:pPr marL="0" indent="0">
              <a:buNone/>
            </a:pPr>
            <a:r>
              <a:rPr lang="en-US" sz="2400" dirty="0" smtClean="0">
                <a:latin typeface="Times New Roman" panose="02020603050405020304" pitchFamily="18" charset="0"/>
                <a:cs typeface="Times New Roman" panose="02020603050405020304" pitchFamily="18" charset="0"/>
              </a:rPr>
              <a:t>For Whom 			:      Who has Completed N+, AWS</a:t>
            </a:r>
          </a:p>
          <a:p>
            <a:pPr marL="0" indent="0">
              <a:buNone/>
            </a:pPr>
            <a:r>
              <a:rPr lang="en-US" sz="2400" dirty="0" smtClean="0">
                <a:latin typeface="Times New Roman" panose="02020603050405020304" pitchFamily="18" charset="0"/>
                <a:cs typeface="Times New Roman" panose="02020603050405020304" pitchFamily="18" charset="0"/>
              </a:rPr>
              <a:t>Key Sills 			:      </a:t>
            </a:r>
            <a:r>
              <a:rPr lang="en-US" sz="2400" dirty="0"/>
              <a:t>Managing Azure Subscriptions and 					       Resources, Backup and </a:t>
            </a:r>
            <a:r>
              <a:rPr lang="en-US" sz="2400" dirty="0" smtClean="0"/>
              <a:t>Recovery</a:t>
            </a:r>
            <a:r>
              <a:rPr lang="en-US" sz="2400" dirty="0" smtClean="0"/>
              <a:t>…</a:t>
            </a:r>
            <a:endParaRPr lang="en-US" sz="2400" dirty="0"/>
          </a:p>
        </p:txBody>
      </p:sp>
      <p:pic>
        <p:nvPicPr>
          <p:cNvPr id="5" name="Picture 4">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1059869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8764" y="804520"/>
            <a:ext cx="6746090" cy="885736"/>
          </a:xfrm>
        </p:spPr>
        <p:txBody>
          <a:bodyPr>
            <a:normAutofit/>
          </a:bodyPr>
          <a:lstStyle/>
          <a:p>
            <a:r>
              <a:rPr lang="en-US" sz="4000" b="1" dirty="0" smtClean="0">
                <a:solidFill>
                  <a:srgbClr val="00B0F0"/>
                </a:solidFill>
              </a:rPr>
              <a:t>C &amp; C++</a:t>
            </a:r>
            <a:endParaRPr lang="en-US" sz="4000" b="1" dirty="0">
              <a:solidFill>
                <a:srgbClr val="00B0F0"/>
              </a:solidFill>
            </a:endParaRPr>
          </a:p>
        </p:txBody>
      </p:sp>
      <p:sp>
        <p:nvSpPr>
          <p:cNvPr id="3" name="Content Placeholder 2"/>
          <p:cNvSpPr>
            <a:spLocks noGrp="1"/>
          </p:cNvSpPr>
          <p:nvPr>
            <p:ph idx="1"/>
          </p:nvPr>
        </p:nvSpPr>
        <p:spPr>
          <a:xfrm>
            <a:off x="1534696" y="2008909"/>
            <a:ext cx="9520158" cy="41148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a:t>
            </a:r>
            <a:r>
              <a:rPr lang="en-US" sz="2400" dirty="0" smtClean="0">
                <a:latin typeface="Times New Roman" panose="02020603050405020304" pitchFamily="18" charset="0"/>
                <a:cs typeface="Times New Roman" panose="02020603050405020304" pitchFamily="18" charset="0"/>
              </a:rPr>
              <a:t>50 </a:t>
            </a:r>
            <a:r>
              <a:rPr lang="en-US" sz="2400" dirty="0">
                <a:latin typeface="Times New Roman" panose="02020603050405020304" pitchFamily="18" charset="0"/>
                <a:cs typeface="Times New Roman" panose="02020603050405020304" pitchFamily="18" charset="0"/>
              </a:rPr>
              <a:t>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a:t>
            </a:r>
            <a:r>
              <a:rPr lang="en-US" sz="2400" dirty="0" smtClean="0">
                <a:latin typeface="Times New Roman" panose="02020603050405020304" pitchFamily="18" charset="0"/>
                <a:cs typeface="Times New Roman" panose="02020603050405020304" pitchFamily="18" charset="0"/>
              </a:rPr>
              <a:t>Backend Developer, Gaming Developer</a:t>
            </a:r>
            <a:r>
              <a:rPr lang="en-US" sz="2400" dirty="0" smtClean="0"/>
              <a:t>…</a:t>
            </a:r>
            <a:endParaRPr lang="en-US" sz="2400" dirty="0"/>
          </a:p>
          <a:p>
            <a:pPr marL="0" indent="0">
              <a:buNone/>
            </a:pPr>
            <a:r>
              <a:rPr lang="en-US" sz="2400" dirty="0">
                <a:latin typeface="Times New Roman" panose="02020603050405020304" pitchFamily="18" charset="0"/>
                <a:cs typeface="Times New Roman" panose="02020603050405020304" pitchFamily="18" charset="0"/>
              </a:rPr>
              <a:t>For Whom 			:      </a:t>
            </a:r>
            <a:r>
              <a:rPr lang="en-US" sz="2400" dirty="0" smtClean="0">
                <a:latin typeface="Times New Roman" panose="02020603050405020304" pitchFamily="18" charset="0"/>
                <a:cs typeface="Times New Roman" panose="02020603050405020304" pitchFamily="18" charset="0"/>
              </a:rPr>
              <a:t>Anyone or Everyone.</a:t>
            </a:r>
          </a:p>
          <a:p>
            <a:pPr marL="0" indent="0">
              <a:buNone/>
            </a:pPr>
            <a:r>
              <a:rPr lang="en-US" sz="2400" dirty="0" smtClean="0">
                <a:latin typeface="Times New Roman" panose="02020603050405020304" pitchFamily="18" charset="0"/>
                <a:cs typeface="Times New Roman" panose="02020603050405020304" pitchFamily="18" charset="0"/>
              </a:rPr>
              <a:t>Key </a:t>
            </a:r>
            <a:r>
              <a:rPr lang="en-US" sz="2400" dirty="0">
                <a:latin typeface="Times New Roman" panose="02020603050405020304" pitchFamily="18" charset="0"/>
                <a:cs typeface="Times New Roman" panose="02020603050405020304" pitchFamily="18" charset="0"/>
              </a:rPr>
              <a:t>Sills 			:      </a:t>
            </a:r>
            <a:r>
              <a:rPr lang="en-US" sz="2400" dirty="0" smtClean="0">
                <a:latin typeface="Times New Roman" panose="02020603050405020304" pitchFamily="18" charset="0"/>
                <a:cs typeface="Times New Roman" panose="02020603050405020304" pitchFamily="18" charset="0"/>
              </a:rPr>
              <a:t>Programming Fundamentals, Object 					       Oriented Programming(OOP), Exception 				       Handling, File Handling </a:t>
            </a:r>
            <a:r>
              <a:rPr lang="en-US" sz="2400" dirty="0" err="1" smtClean="0">
                <a:latin typeface="Times New Roman" panose="02020603050405020304" pitchFamily="18" charset="0"/>
                <a:cs typeface="Times New Roman" panose="02020603050405020304" pitchFamily="18" charset="0"/>
              </a:rPr>
              <a:t>incuding</a:t>
            </a:r>
            <a:r>
              <a:rPr lang="en-US" sz="2400" dirty="0" smtClean="0">
                <a:latin typeface="Times New Roman" panose="02020603050405020304" pitchFamily="18" charset="0"/>
                <a:cs typeface="Times New Roman" panose="02020603050405020304" pitchFamily="18" charset="0"/>
              </a:rPr>
              <a:t> 					       Projects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35999512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7708" y="920734"/>
            <a:ext cx="6801509" cy="885736"/>
          </a:xfrm>
        </p:spPr>
        <p:txBody>
          <a:bodyPr>
            <a:normAutofit/>
          </a:bodyPr>
          <a:lstStyle/>
          <a:p>
            <a:r>
              <a:rPr lang="en-US" sz="4400" b="1" dirty="0" smtClean="0">
                <a:solidFill>
                  <a:srgbClr val="00B0F0"/>
                </a:solidFill>
              </a:rPr>
              <a:t>Python</a:t>
            </a:r>
            <a:endParaRPr lang="en-US" sz="4400" b="1" dirty="0">
              <a:solidFill>
                <a:srgbClr val="00B0F0"/>
              </a:solidFill>
            </a:endParaRPr>
          </a:p>
        </p:txBody>
      </p:sp>
      <p:sp>
        <p:nvSpPr>
          <p:cNvPr id="3" name="Content Placeholder 2"/>
          <p:cNvSpPr>
            <a:spLocks noGrp="1"/>
          </p:cNvSpPr>
          <p:nvPr>
            <p:ph idx="1"/>
          </p:nvPr>
        </p:nvSpPr>
        <p:spPr>
          <a:xfrm>
            <a:off x="1534696" y="2452255"/>
            <a:ext cx="9520158" cy="310341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a:t>
            </a:r>
            <a:r>
              <a:rPr lang="en-US" sz="2400" dirty="0" smtClean="0">
                <a:latin typeface="Times New Roman" panose="02020603050405020304" pitchFamily="18" charset="0"/>
                <a:cs typeface="Times New Roman" panose="02020603050405020304" pitchFamily="18" charset="0"/>
              </a:rPr>
              <a:t>35 </a:t>
            </a:r>
            <a:r>
              <a:rPr lang="en-US" sz="2400" dirty="0">
                <a:latin typeface="Times New Roman" panose="02020603050405020304" pitchFamily="18" charset="0"/>
                <a:cs typeface="Times New Roman" panose="02020603050405020304" pitchFamily="18" charset="0"/>
              </a:rPr>
              <a:t>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a:t>
            </a:r>
            <a:r>
              <a:rPr lang="en-US" sz="2400" dirty="0" smtClean="0">
                <a:latin typeface="Times New Roman" panose="02020603050405020304" pitchFamily="18" charset="0"/>
                <a:cs typeface="Times New Roman" panose="02020603050405020304" pitchFamily="18" charset="0"/>
              </a:rPr>
              <a:t>Python Developer, Backend Developer</a:t>
            </a:r>
            <a:r>
              <a:rPr lang="en-US" sz="2400" dirty="0" smtClean="0"/>
              <a:t>…</a:t>
            </a:r>
            <a:endParaRPr lang="en-US" sz="2400" dirty="0"/>
          </a:p>
          <a:p>
            <a:pPr marL="0" indent="0">
              <a:buNone/>
            </a:pPr>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Whom 			:    </a:t>
            </a:r>
            <a:r>
              <a:rPr lang="en-US" sz="2400" dirty="0" smtClean="0">
                <a:latin typeface="Times New Roman" panose="02020603050405020304" pitchFamily="18" charset="0"/>
                <a:cs typeface="Times New Roman" panose="02020603050405020304" pitchFamily="18" charset="0"/>
              </a:rPr>
              <a:t> Anyone and </a:t>
            </a:r>
            <a:r>
              <a:rPr lang="en-US" sz="2400" dirty="0" err="1" smtClean="0">
                <a:latin typeface="Times New Roman" panose="02020603050405020304" pitchFamily="18" charset="0"/>
                <a:cs typeface="Times New Roman" panose="02020603050405020304" pitchFamily="18" charset="0"/>
              </a:rPr>
              <a:t>EveryOne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Key Sills 			:      </a:t>
            </a:r>
            <a:r>
              <a:rPr lang="en-US" sz="2400" dirty="0" smtClean="0">
                <a:latin typeface="Times New Roman" panose="02020603050405020304" pitchFamily="18" charset="0"/>
                <a:cs typeface="Times New Roman" panose="02020603050405020304" pitchFamily="18" charset="0"/>
              </a:rPr>
              <a:t>Fundamentals of Python, </a:t>
            </a:r>
            <a:r>
              <a:rPr lang="en-US" sz="2400" dirty="0"/>
              <a:t>Modules and </a:t>
            </a:r>
            <a:r>
              <a:rPr lang="en-US" sz="2400" dirty="0" smtClean="0"/>
              <a:t>				       Packages, Functions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17697242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4764" y="1066208"/>
            <a:ext cx="8270090" cy="705626"/>
          </a:xfrm>
        </p:spPr>
        <p:txBody>
          <a:bodyPr>
            <a:normAutofit/>
          </a:bodyPr>
          <a:lstStyle/>
          <a:p>
            <a:r>
              <a:rPr lang="en-US" sz="4000" b="1" dirty="0" smtClean="0">
                <a:solidFill>
                  <a:srgbClr val="00B0F0"/>
                </a:solidFill>
              </a:rPr>
              <a:t>Java – Core &amp; Advance</a:t>
            </a:r>
            <a:endParaRPr lang="en-US" sz="4000" b="1" dirty="0">
              <a:solidFill>
                <a:srgbClr val="00B0F0"/>
              </a:solidFill>
            </a:endParaRPr>
          </a:p>
        </p:txBody>
      </p:sp>
      <p:sp>
        <p:nvSpPr>
          <p:cNvPr id="3" name="Content Placeholder 2"/>
          <p:cNvSpPr>
            <a:spLocks noGrp="1"/>
          </p:cNvSpPr>
          <p:nvPr>
            <p:ph idx="1"/>
          </p:nvPr>
        </p:nvSpPr>
        <p:spPr>
          <a:xfrm>
            <a:off x="1534696" y="2382982"/>
            <a:ext cx="9520158" cy="3491343"/>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Duration			:     50 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Backend Developer, Gaming Developer</a:t>
            </a:r>
            <a:r>
              <a:rPr lang="en-US" sz="2400" dirty="0"/>
              <a:t>…</a:t>
            </a:r>
          </a:p>
          <a:p>
            <a:pPr marL="0" indent="0">
              <a:buNone/>
            </a:pPr>
            <a:r>
              <a:rPr lang="en-US" sz="2400" dirty="0">
                <a:latin typeface="Times New Roman" panose="02020603050405020304" pitchFamily="18" charset="0"/>
                <a:cs typeface="Times New Roman" panose="02020603050405020304" pitchFamily="18" charset="0"/>
              </a:rPr>
              <a:t>For Whom 			:      Anyone or Everyone.</a:t>
            </a:r>
          </a:p>
          <a:p>
            <a:pPr marL="0" indent="0">
              <a:buNone/>
            </a:pPr>
            <a:r>
              <a:rPr lang="en-US" sz="2400" dirty="0">
                <a:latin typeface="Times New Roman" panose="02020603050405020304" pitchFamily="18" charset="0"/>
                <a:cs typeface="Times New Roman" panose="02020603050405020304" pitchFamily="18" charset="0"/>
              </a:rPr>
              <a:t>Key Sills 			:      </a:t>
            </a:r>
            <a:r>
              <a:rPr lang="en-US" sz="2400" dirty="0" smtClean="0">
                <a:latin typeface="Times New Roman" panose="02020603050405020304" pitchFamily="18" charset="0"/>
                <a:cs typeface="Times New Roman" panose="02020603050405020304" pitchFamily="18" charset="0"/>
              </a:rPr>
              <a:t>Java </a:t>
            </a:r>
            <a:r>
              <a:rPr lang="en-US" sz="2400" dirty="0">
                <a:latin typeface="Times New Roman" panose="02020603050405020304" pitchFamily="18" charset="0"/>
                <a:cs typeface="Times New Roman" panose="02020603050405020304" pitchFamily="18" charset="0"/>
              </a:rPr>
              <a:t>Fundamentals, </a:t>
            </a:r>
            <a:r>
              <a:rPr lang="en-US" sz="2400" dirty="0" smtClean="0">
                <a:latin typeface="Times New Roman" panose="02020603050405020304" pitchFamily="18" charset="0"/>
                <a:cs typeface="Times New Roman" panose="02020603050405020304" pitchFamily="18" charset="0"/>
              </a:rPr>
              <a:t>Object Oriented 					       Programming(OOP</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Collections, 					       Multithreading, GUI </a:t>
            </a:r>
            <a:r>
              <a:rPr lang="en-US" sz="2400" dirty="0" smtClean="0">
                <a:latin typeface="Times New Roman" panose="02020603050405020304" pitchFamily="18" charset="0"/>
                <a:cs typeface="Times New Roman" panose="02020603050405020304" pitchFamily="18" charset="0"/>
              </a:rPr>
              <a:t>Applications…</a:t>
            </a: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8094275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6872" y="804519"/>
            <a:ext cx="7327981" cy="816463"/>
          </a:xfrm>
        </p:spPr>
        <p:txBody>
          <a:bodyPr>
            <a:normAutofit/>
          </a:bodyPr>
          <a:lstStyle/>
          <a:p>
            <a:r>
              <a:rPr lang="en-US" sz="4000" b="1" dirty="0" smtClean="0">
                <a:solidFill>
                  <a:srgbClr val="00B0F0"/>
                </a:solidFill>
              </a:rPr>
              <a:t>Java Full Stack</a:t>
            </a:r>
            <a:endParaRPr lang="en-US" sz="4000" b="1" dirty="0">
              <a:solidFill>
                <a:srgbClr val="00B0F0"/>
              </a:solidFill>
            </a:endParaRPr>
          </a:p>
        </p:txBody>
      </p:sp>
      <p:sp>
        <p:nvSpPr>
          <p:cNvPr id="3" name="Content Placeholder 2"/>
          <p:cNvSpPr>
            <a:spLocks noGrp="1"/>
          </p:cNvSpPr>
          <p:nvPr>
            <p:ph idx="1"/>
          </p:nvPr>
        </p:nvSpPr>
        <p:spPr>
          <a:xfrm>
            <a:off x="1534696" y="2175164"/>
            <a:ext cx="9520158" cy="393469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Duration			:     </a:t>
            </a:r>
            <a:r>
              <a:rPr lang="en-US" sz="2400" dirty="0" smtClean="0">
                <a:latin typeface="Times New Roman" panose="02020603050405020304" pitchFamily="18" charset="0"/>
                <a:cs typeface="Times New Roman" panose="02020603050405020304" pitchFamily="18" charset="0"/>
              </a:rPr>
              <a:t>120 </a:t>
            </a:r>
            <a:r>
              <a:rPr lang="en-US" sz="2400" dirty="0">
                <a:latin typeface="Times New Roman" panose="02020603050405020304" pitchFamily="18" charset="0"/>
                <a:cs typeface="Times New Roman" panose="02020603050405020304" pitchFamily="18" charset="0"/>
              </a:rPr>
              <a:t>Hours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Potential Career Path  		:     </a:t>
            </a:r>
            <a:r>
              <a:rPr lang="en-US" sz="2400" dirty="0" smtClean="0">
                <a:latin typeface="Times New Roman" panose="02020603050405020304" pitchFamily="18" charset="0"/>
                <a:cs typeface="Times New Roman" panose="02020603050405020304" pitchFamily="18" charset="0"/>
              </a:rPr>
              <a:t>Java Full Stack Developer, Java 						      Developer, Backend Developer</a:t>
            </a:r>
            <a:r>
              <a:rPr lang="en-US" sz="2400" dirty="0" smtClean="0"/>
              <a:t>…</a:t>
            </a:r>
            <a:endParaRPr lang="en-US" sz="2400" dirty="0"/>
          </a:p>
          <a:p>
            <a:pPr marL="0" indent="0">
              <a:buNone/>
            </a:pPr>
            <a:r>
              <a:rPr lang="en-US" sz="2400" dirty="0">
                <a:latin typeface="Times New Roman" panose="02020603050405020304" pitchFamily="18" charset="0"/>
                <a:cs typeface="Times New Roman" panose="02020603050405020304" pitchFamily="18" charset="0"/>
              </a:rPr>
              <a:t>For Whom 			:      Anyone and </a:t>
            </a:r>
            <a:r>
              <a:rPr lang="en-US" sz="2400" dirty="0" smtClean="0">
                <a:latin typeface="Times New Roman" panose="02020603050405020304" pitchFamily="18" charset="0"/>
                <a:cs typeface="Times New Roman" panose="02020603050405020304" pitchFamily="18" charset="0"/>
              </a:rPr>
              <a:t>Everyone</a:t>
            </a:r>
          </a:p>
          <a:p>
            <a:pPr marL="0" indent="0">
              <a:buNone/>
            </a:pPr>
            <a:r>
              <a:rPr lang="en-US" sz="2400" dirty="0" smtClean="0">
                <a:latin typeface="Times New Roman" panose="02020603050405020304" pitchFamily="18" charset="0"/>
                <a:cs typeface="Times New Roman" panose="02020603050405020304" pitchFamily="18" charset="0"/>
              </a:rPr>
              <a:t>Key </a:t>
            </a:r>
            <a:r>
              <a:rPr lang="en-US" sz="2400" dirty="0">
                <a:latin typeface="Times New Roman" panose="02020603050405020304" pitchFamily="18" charset="0"/>
                <a:cs typeface="Times New Roman" panose="02020603050405020304" pitchFamily="18" charset="0"/>
              </a:rPr>
              <a:t>Sills 			:      </a:t>
            </a:r>
            <a:r>
              <a:rPr lang="en-US" sz="2400" dirty="0" smtClean="0">
                <a:latin typeface="Times New Roman" panose="02020603050405020304" pitchFamily="18" charset="0"/>
                <a:cs typeface="Times New Roman" panose="02020603050405020304" pitchFamily="18" charset="0"/>
              </a:rPr>
              <a:t>Web Designing, Core Java, Advance 					       Java, Spring Boot, SQL, </a:t>
            </a:r>
            <a:r>
              <a:rPr lang="en-US" sz="2400" dirty="0" err="1" smtClean="0">
                <a:latin typeface="Times New Roman" panose="02020603050405020304" pitchFamily="18" charset="0"/>
                <a:cs typeface="Times New Roman" panose="02020603050405020304" pitchFamily="18" charset="0"/>
              </a:rPr>
              <a:t>RestAPI</a:t>
            </a:r>
            <a:r>
              <a:rPr lang="en-US" sz="2400" dirty="0" smtClean="0">
                <a:latin typeface="Times New Roman" panose="02020603050405020304" pitchFamily="18" charset="0"/>
                <a:cs typeface="Times New Roman" panose="02020603050405020304" pitchFamily="18" charset="0"/>
              </a:rPr>
              <a:t> 					       including Projects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40099393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b="1" dirty="0" smtClean="0">
                <a:ln w="0"/>
                <a:solidFill>
                  <a:srgbClr val="00B0F0"/>
                </a:solidFill>
                <a:effectLst>
                  <a:outerShdw blurRad="38100" dist="19050" dir="2700000" algn="tl" rotWithShape="0">
                    <a:schemeClr val="dk1">
                      <a:alpha val="40000"/>
                    </a:schemeClr>
                  </a:outerShdw>
                </a:effectLst>
                <a:latin typeface="MontserratLinotype"/>
              </a:rPr>
              <a:t>   OUR FACULTY</a:t>
            </a:r>
            <a:endParaRPr lang="en-US" dirty="0"/>
          </a:p>
        </p:txBody>
      </p:sp>
      <p:pic>
        <p:nvPicPr>
          <p:cNvPr id="6" name="Picture 5">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68978"/>
            <a:ext cx="2334363" cy="1091708"/>
          </a:xfrm>
          <a:prstGeom prst="rect">
            <a:avLst/>
          </a:prstGeom>
        </p:spPr>
      </p:pic>
    </p:spTree>
    <p:extLst>
      <p:ext uri="{BB962C8B-B14F-4D97-AF65-F5344CB8AC3E}">
        <p14:creationId xmlns:p14="http://schemas.microsoft.com/office/powerpoint/2010/main" val="12667784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2980" y="2127702"/>
            <a:ext cx="8782709" cy="3609836"/>
          </a:xfrm>
        </p:spPr>
        <p:txBody>
          <a:bodyPr>
            <a:normAutofit/>
          </a:bodyPr>
          <a:lstStyle/>
          <a:p>
            <a:pPr marL="0" indent="0">
              <a:buNone/>
            </a:pPr>
            <a:r>
              <a:rPr lang="en-US" sz="2800" dirty="0" smtClean="0">
                <a:latin typeface="Times New Roman" panose="02020603050405020304" pitchFamily="18" charset="0"/>
                <a:cs typeface="Times New Roman" panose="02020603050405020304" pitchFamily="18" charset="0"/>
              </a:rPr>
              <a:t>Name		   :</a:t>
            </a:r>
            <a:r>
              <a:rPr lang="en-US" sz="2800" dirty="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Yagnesh</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SH</a:t>
            </a:r>
            <a:br>
              <a:rPr lang="en-US" sz="2800" dirty="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Designation    :</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Technical </a:t>
            </a:r>
            <a:r>
              <a:rPr lang="en-US" sz="2800" dirty="0">
                <a:latin typeface="Times New Roman" panose="02020603050405020304" pitchFamily="18" charset="0"/>
                <a:cs typeface="Times New Roman" panose="02020603050405020304" pitchFamily="18" charset="0"/>
              </a:rPr>
              <a:t>Manager</a:t>
            </a:r>
          </a:p>
          <a:p>
            <a:pPr marL="0" indent="0">
              <a:buNone/>
            </a:pPr>
            <a:r>
              <a:rPr lang="en-US" sz="2800" dirty="0" smtClean="0">
                <a:latin typeface="Times New Roman" panose="02020603050405020304" pitchFamily="18" charset="0"/>
                <a:cs typeface="Times New Roman" panose="02020603050405020304" pitchFamily="18" charset="0"/>
              </a:rPr>
              <a:t>Qualification  :</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BCA</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smtClean="0">
                <a:latin typeface="Times New Roman" panose="02020603050405020304" pitchFamily="18" charset="0"/>
                <a:cs typeface="Times New Roman" panose="02020603050405020304" pitchFamily="18" charset="0"/>
              </a:rPr>
              <a:t>Course	  : </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Linux, AWS, DevOps</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smtClean="0">
                <a:latin typeface="Times New Roman" panose="02020603050405020304" pitchFamily="18" charset="0"/>
                <a:cs typeface="Times New Roman" panose="02020603050405020304" pitchFamily="18" charset="0"/>
              </a:rPr>
              <a:t>Experience     :</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13</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Years</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41269"/>
            <a:ext cx="2334363" cy="1091708"/>
          </a:xfrm>
          <a:prstGeom prst="rect">
            <a:avLst/>
          </a:prstGeom>
        </p:spPr>
      </p:pic>
      <p:sp>
        <p:nvSpPr>
          <p:cNvPr id="5" name="Title 1"/>
          <p:cNvSpPr>
            <a:spLocks noGrp="1"/>
          </p:cNvSpPr>
          <p:nvPr>
            <p:ph type="title"/>
          </p:nvPr>
        </p:nvSpPr>
        <p:spPr>
          <a:xfrm>
            <a:off x="2736271" y="890076"/>
            <a:ext cx="7327981" cy="816463"/>
          </a:xfrm>
        </p:spPr>
        <p:txBody>
          <a:bodyPr>
            <a:normAutofit/>
          </a:bodyPr>
          <a:lstStyle/>
          <a:p>
            <a:r>
              <a:rPr lang="en-US" sz="4000" b="1" dirty="0" smtClean="0">
                <a:solidFill>
                  <a:srgbClr val="00B0F0"/>
                </a:solidFill>
              </a:rPr>
              <a:t>Cloud Trainer</a:t>
            </a:r>
            <a:endParaRPr lang="en-US" sz="4800" b="1" dirty="0">
              <a:solidFill>
                <a:srgbClr val="00B0F0"/>
              </a:solidFill>
            </a:endParaRPr>
          </a:p>
        </p:txBody>
      </p:sp>
    </p:spTree>
    <p:extLst>
      <p:ext uri="{BB962C8B-B14F-4D97-AF65-F5344CB8AC3E}">
        <p14:creationId xmlns:p14="http://schemas.microsoft.com/office/powerpoint/2010/main" val="8197583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7345" y="762956"/>
            <a:ext cx="7951435" cy="996572"/>
          </a:xfrm>
        </p:spPr>
        <p:txBody>
          <a:bodyPr>
            <a:normAutofit/>
          </a:bodyPr>
          <a:lstStyle/>
          <a:p>
            <a:r>
              <a:rPr lang="en-US" sz="4000" b="1" dirty="0" err="1" smtClean="0">
                <a:solidFill>
                  <a:srgbClr val="00B0F0"/>
                </a:solidFill>
              </a:rPr>
              <a:t>Hardare</a:t>
            </a:r>
            <a:r>
              <a:rPr lang="en-US" sz="4000" b="1" dirty="0" smtClean="0">
                <a:solidFill>
                  <a:srgbClr val="00B0F0"/>
                </a:solidFill>
              </a:rPr>
              <a:t> &amp; Networking </a:t>
            </a:r>
            <a:r>
              <a:rPr lang="en-US" sz="4000" b="1" dirty="0">
                <a:solidFill>
                  <a:srgbClr val="00B0F0"/>
                </a:solidFill>
              </a:rPr>
              <a:t>Trainer</a:t>
            </a:r>
          </a:p>
        </p:txBody>
      </p:sp>
      <p:sp>
        <p:nvSpPr>
          <p:cNvPr id="3" name="Content Placeholder 2"/>
          <p:cNvSpPr>
            <a:spLocks noGrp="1"/>
          </p:cNvSpPr>
          <p:nvPr>
            <p:ph idx="1"/>
          </p:nvPr>
        </p:nvSpPr>
        <p:spPr>
          <a:xfrm>
            <a:off x="1506987" y="2085004"/>
            <a:ext cx="9520158" cy="3450613"/>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Name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Naveen S</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Designation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Senior Technical Trainer</a:t>
            </a:r>
          </a:p>
          <a:p>
            <a:pPr marL="0" indent="0">
              <a:buNone/>
            </a:pPr>
            <a:r>
              <a:rPr lang="en-US" sz="2800" dirty="0">
                <a:latin typeface="Times New Roman" panose="02020603050405020304" pitchFamily="18" charset="0"/>
                <a:cs typeface="Times New Roman" panose="02020603050405020304" pitchFamily="18" charset="0"/>
              </a:rPr>
              <a:t>Qualification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BCA</a:t>
            </a:r>
          </a:p>
          <a:p>
            <a:pPr marL="0" indent="0">
              <a:buNone/>
            </a:pPr>
            <a:r>
              <a:rPr lang="en-US" sz="2800" dirty="0" smtClean="0">
                <a:latin typeface="Times New Roman" panose="02020603050405020304" pitchFamily="18" charset="0"/>
                <a:cs typeface="Times New Roman" panose="02020603050405020304" pitchFamily="18" charset="0"/>
              </a:rPr>
              <a:t>Course 	    : </a:t>
            </a:r>
            <a:r>
              <a:rPr lang="en-US" sz="2800" dirty="0">
                <a:latin typeface="Times New Roman" panose="02020603050405020304" pitchFamily="18" charset="0"/>
                <a:cs typeface="Times New Roman" panose="02020603050405020304" pitchFamily="18" charset="0"/>
              </a:rPr>
              <a:t>    </a:t>
            </a:r>
            <a:r>
              <a:rPr lang="pt-BR" sz="2800" dirty="0" smtClean="0">
                <a:latin typeface="Times New Roman" panose="02020603050405020304" pitchFamily="18" charset="0"/>
                <a:cs typeface="Times New Roman" panose="02020603050405020304" pitchFamily="18" charset="0"/>
              </a:rPr>
              <a:t>Computer Essentials, A+, N+, CCNA</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Experience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8</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Years</a:t>
            </a: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41269"/>
            <a:ext cx="2334363" cy="109170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8780" y="2085004"/>
            <a:ext cx="1689821" cy="2172627"/>
          </a:xfrm>
          <a:prstGeom prst="rect">
            <a:avLst/>
          </a:prstGeom>
        </p:spPr>
      </p:pic>
    </p:spTree>
    <p:extLst>
      <p:ext uri="{BB962C8B-B14F-4D97-AF65-F5344CB8AC3E}">
        <p14:creationId xmlns:p14="http://schemas.microsoft.com/office/powerpoint/2010/main" val="26220480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6218" y="804519"/>
            <a:ext cx="8408636" cy="968863"/>
          </a:xfrm>
        </p:spPr>
        <p:txBody>
          <a:bodyPr>
            <a:normAutofit/>
          </a:bodyPr>
          <a:lstStyle/>
          <a:p>
            <a:r>
              <a:rPr lang="en-US" sz="4000" b="1" dirty="0" smtClean="0">
                <a:solidFill>
                  <a:srgbClr val="00B0F0"/>
                </a:solidFill>
              </a:rPr>
              <a:t>Software Trainer</a:t>
            </a:r>
            <a:endParaRPr lang="en-US" sz="4000" b="1" dirty="0">
              <a:solidFill>
                <a:srgbClr val="00B0F0"/>
              </a:solidFill>
            </a:endParaRPr>
          </a:p>
        </p:txBody>
      </p:sp>
      <p:sp>
        <p:nvSpPr>
          <p:cNvPr id="3" name="Content Placeholder 2"/>
          <p:cNvSpPr>
            <a:spLocks noGrp="1"/>
          </p:cNvSpPr>
          <p:nvPr>
            <p:ph idx="1"/>
          </p:nvPr>
        </p:nvSpPr>
        <p:spPr>
          <a:xfrm>
            <a:off x="2244436" y="2015732"/>
            <a:ext cx="8810418" cy="3450613"/>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Name		    :     </a:t>
            </a:r>
            <a:r>
              <a:rPr lang="en-US" sz="2800" dirty="0" err="1" smtClean="0">
                <a:latin typeface="Times New Roman" panose="02020603050405020304" pitchFamily="18" charset="0"/>
                <a:cs typeface="Times New Roman" panose="02020603050405020304" pitchFamily="18" charset="0"/>
              </a:rPr>
              <a:t>Roshni</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Designation     :  	</a:t>
            </a:r>
            <a:r>
              <a:rPr lang="en-US" sz="2800" dirty="0" smtClean="0">
                <a:latin typeface="Times New Roman" panose="02020603050405020304" pitchFamily="18" charset="0"/>
                <a:cs typeface="Times New Roman" panose="02020603050405020304" pitchFamily="18" charset="0"/>
              </a:rPr>
              <a:t>Technical </a:t>
            </a:r>
            <a:r>
              <a:rPr lang="en-US" sz="2800" dirty="0">
                <a:latin typeface="Times New Roman" panose="02020603050405020304" pitchFamily="18" charset="0"/>
                <a:cs typeface="Times New Roman" panose="02020603050405020304" pitchFamily="18" charset="0"/>
              </a:rPr>
              <a:t>Trainer</a:t>
            </a:r>
          </a:p>
          <a:p>
            <a:pPr marL="0" indent="0">
              <a:buNone/>
            </a:pPr>
            <a:r>
              <a:rPr lang="en-US" sz="2800" dirty="0">
                <a:latin typeface="Times New Roman" panose="02020603050405020304" pitchFamily="18" charset="0"/>
                <a:cs typeface="Times New Roman" panose="02020603050405020304" pitchFamily="18" charset="0"/>
              </a:rPr>
              <a:t>Qualification   :  	</a:t>
            </a:r>
            <a:r>
              <a:rPr lang="en-US" sz="2800" dirty="0" smtClean="0">
                <a:latin typeface="Times New Roman" panose="02020603050405020304" pitchFamily="18" charset="0"/>
                <a:cs typeface="Times New Roman" panose="02020603050405020304" pitchFamily="18" charset="0"/>
              </a:rPr>
              <a:t>BE - CSE</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Course 	    :     </a:t>
            </a:r>
            <a:r>
              <a:rPr lang="en-US" sz="2800" dirty="0" smtClean="0">
                <a:latin typeface="Times New Roman" panose="02020603050405020304" pitchFamily="18" charset="0"/>
                <a:cs typeface="Times New Roman" panose="02020603050405020304" pitchFamily="18" charset="0"/>
              </a:rPr>
              <a:t>C, C++, Java Full Stack</a:t>
            </a:r>
          </a:p>
          <a:p>
            <a:pPr marL="0" indent="0">
              <a:buNone/>
            </a:pPr>
            <a:r>
              <a:rPr lang="en-US" sz="2800" dirty="0" smtClean="0">
                <a:latin typeface="Times New Roman" panose="02020603050405020304" pitchFamily="18" charset="0"/>
                <a:cs typeface="Times New Roman" panose="02020603050405020304" pitchFamily="18" charset="0"/>
              </a:rPr>
              <a:t>Experience       </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3+ </a:t>
            </a:r>
            <a:r>
              <a:rPr lang="en-US" sz="2800" dirty="0">
                <a:latin typeface="Times New Roman" panose="02020603050405020304" pitchFamily="18" charset="0"/>
                <a:cs typeface="Times New Roman" panose="02020603050405020304" pitchFamily="18" charset="0"/>
              </a:rPr>
              <a:t>Years</a:t>
            </a:r>
          </a:p>
        </p:txBody>
      </p:sp>
      <p:pic>
        <p:nvPicPr>
          <p:cNvPr id="4" name="Picture 3">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41269"/>
            <a:ext cx="2334363" cy="109170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7746" y="2015732"/>
            <a:ext cx="2260137" cy="2260137"/>
          </a:xfrm>
          <a:prstGeom prst="rect">
            <a:avLst/>
          </a:prstGeom>
        </p:spPr>
      </p:pic>
    </p:spTree>
    <p:extLst>
      <p:ext uri="{BB962C8B-B14F-4D97-AF65-F5344CB8AC3E}">
        <p14:creationId xmlns:p14="http://schemas.microsoft.com/office/powerpoint/2010/main" val="1612076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6982" y="721392"/>
            <a:ext cx="7134018" cy="733336"/>
          </a:xfrm>
        </p:spPr>
        <p:txBody>
          <a:bodyPr>
            <a:normAutofit/>
          </a:bodyPr>
          <a:lstStyle/>
          <a:p>
            <a:r>
              <a:rPr lang="en-US" sz="4000" b="1" dirty="0" smtClean="0">
                <a:solidFill>
                  <a:srgbClr val="00B0F0"/>
                </a:solidFill>
              </a:rPr>
              <a:t>Student Placed</a:t>
            </a:r>
            <a:endParaRPr lang="en-US" sz="4000" b="1" dirty="0">
              <a:solidFill>
                <a:srgbClr val="00B0F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8868" y="1454728"/>
            <a:ext cx="4669936" cy="4669936"/>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9900" y="1454728"/>
            <a:ext cx="4669936" cy="4669936"/>
          </a:xfrm>
          <a:prstGeom prst="rect">
            <a:avLst/>
          </a:prstGeom>
        </p:spPr>
      </p:pic>
      <p:pic>
        <p:nvPicPr>
          <p:cNvPr id="6" name="Picture 5">
            <a:extLst>
              <a:ext uri="{FF2B5EF4-FFF2-40B4-BE49-F238E27FC236}">
                <a16:creationId xmlns:a16="http://schemas.microsoft.com/office/drawing/2014/main" id="{93B32C52-B1CF-CA7F-BCA6-BF6D61FCF830}"/>
              </a:ext>
            </a:extLst>
          </p:cNvPr>
          <p:cNvPicPr>
            <a:picLocks noChangeAspect="1"/>
          </p:cNvPicPr>
          <p:nvPr/>
        </p:nvPicPr>
        <p:blipFill>
          <a:blip r:embed="rId4"/>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19057766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7042" y="527430"/>
            <a:ext cx="7452672" cy="788754"/>
          </a:xfrm>
        </p:spPr>
        <p:txBody>
          <a:bodyPr>
            <a:normAutofit/>
          </a:bodyPr>
          <a:lstStyle/>
          <a:p>
            <a:r>
              <a:rPr lang="en-US" sz="4000" b="1" dirty="0">
                <a:solidFill>
                  <a:srgbClr val="00B0F0"/>
                </a:solidFill>
              </a:rPr>
              <a:t>Student Placed</a:t>
            </a:r>
            <a:endParaRPr lang="en-US" sz="4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4696" y="1593274"/>
            <a:ext cx="4544693" cy="4544693"/>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7931" y="1316184"/>
            <a:ext cx="4821783" cy="4821783"/>
          </a:xfrm>
          <a:prstGeom prst="rect">
            <a:avLst/>
          </a:prstGeom>
        </p:spPr>
      </p:pic>
      <p:sp>
        <p:nvSpPr>
          <p:cNvPr id="6" name="Title 1"/>
          <p:cNvSpPr txBox="1">
            <a:spLocks/>
          </p:cNvSpPr>
          <p:nvPr/>
        </p:nvSpPr>
        <p:spPr>
          <a:xfrm>
            <a:off x="3807042" y="499721"/>
            <a:ext cx="7452672" cy="78875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endParaRPr lang="en-US" sz="4000" b="1" dirty="0"/>
          </a:p>
        </p:txBody>
      </p:sp>
      <p:pic>
        <p:nvPicPr>
          <p:cNvPr id="7" name="Picture 6">
            <a:extLst>
              <a:ext uri="{FF2B5EF4-FFF2-40B4-BE49-F238E27FC236}">
                <a16:creationId xmlns:a16="http://schemas.microsoft.com/office/drawing/2014/main" id="{93B32C52-B1CF-CA7F-BCA6-BF6D61FCF830}"/>
              </a:ext>
            </a:extLst>
          </p:cNvPr>
          <p:cNvPicPr>
            <a:picLocks noChangeAspect="1"/>
          </p:cNvPicPr>
          <p:nvPr/>
        </p:nvPicPr>
        <p:blipFill>
          <a:blip r:embed="rId4"/>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34218383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5526" y="804520"/>
            <a:ext cx="7009327" cy="802608"/>
          </a:xfrm>
        </p:spPr>
        <p:txBody>
          <a:bodyPr>
            <a:normAutofit/>
          </a:bodyPr>
          <a:lstStyle/>
          <a:p>
            <a:r>
              <a:rPr lang="en-US" sz="4000" b="1" dirty="0">
                <a:solidFill>
                  <a:srgbClr val="00B0F0"/>
                </a:solidFill>
              </a:rPr>
              <a:t>Student Placed</a:t>
            </a:r>
            <a:endParaRPr lang="en-US" sz="4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5647" y="1607127"/>
            <a:ext cx="4502727" cy="450272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9053" y="1614054"/>
            <a:ext cx="4495800" cy="4495800"/>
          </a:xfrm>
          <a:prstGeom prst="rect">
            <a:avLst/>
          </a:prstGeom>
        </p:spPr>
      </p:pic>
      <p:pic>
        <p:nvPicPr>
          <p:cNvPr id="6" name="Picture 5">
            <a:extLst>
              <a:ext uri="{FF2B5EF4-FFF2-40B4-BE49-F238E27FC236}">
                <a16:creationId xmlns:a16="http://schemas.microsoft.com/office/drawing/2014/main" id="{93B32C52-B1CF-CA7F-BCA6-BF6D61FCF830}"/>
              </a:ext>
            </a:extLst>
          </p:cNvPr>
          <p:cNvPicPr>
            <a:picLocks noChangeAspect="1"/>
          </p:cNvPicPr>
          <p:nvPr/>
        </p:nvPicPr>
        <p:blipFill>
          <a:blip r:embed="rId4"/>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39116623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6653" y="1012338"/>
            <a:ext cx="7563509" cy="733336"/>
          </a:xfrm>
        </p:spPr>
        <p:txBody>
          <a:bodyPr>
            <a:normAutofit/>
          </a:bodyPr>
          <a:lstStyle/>
          <a:p>
            <a:r>
              <a:rPr lang="en-US" sz="4000" b="1" dirty="0" smtClean="0">
                <a:solidFill>
                  <a:srgbClr val="00B0F0"/>
                </a:solidFill>
              </a:rPr>
              <a:t>Students Feedback</a:t>
            </a:r>
            <a:endParaRPr lang="en-US" sz="4000" b="1" dirty="0">
              <a:solidFill>
                <a:srgbClr val="00B0F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594" y="1981199"/>
            <a:ext cx="4049264" cy="356061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8953" y="1981199"/>
            <a:ext cx="4190476" cy="356061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1524" y="1981199"/>
            <a:ext cx="4190476" cy="3560619"/>
          </a:xfrm>
          <a:prstGeom prst="rect">
            <a:avLst/>
          </a:prstGeom>
        </p:spPr>
      </p:pic>
      <p:pic>
        <p:nvPicPr>
          <p:cNvPr id="7" name="Picture 6">
            <a:extLst>
              <a:ext uri="{FF2B5EF4-FFF2-40B4-BE49-F238E27FC236}">
                <a16:creationId xmlns:a16="http://schemas.microsoft.com/office/drawing/2014/main" id="{93B32C52-B1CF-CA7F-BCA6-BF6D61FCF830}"/>
              </a:ext>
            </a:extLst>
          </p:cNvPr>
          <p:cNvPicPr>
            <a:picLocks noChangeAspect="1"/>
          </p:cNvPicPr>
          <p:nvPr/>
        </p:nvPicPr>
        <p:blipFill>
          <a:blip r:embed="rId5"/>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34324814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6036" y="804520"/>
            <a:ext cx="7438818" cy="1010426"/>
          </a:xfrm>
        </p:spPr>
        <p:txBody>
          <a:bodyPr>
            <a:normAutofit/>
          </a:bodyPr>
          <a:lstStyle/>
          <a:p>
            <a:r>
              <a:rPr lang="en-US" sz="4000" b="1" dirty="0">
                <a:solidFill>
                  <a:srgbClr val="00B0F0"/>
                </a:solidFill>
              </a:rPr>
              <a:t>Students Feedback</a:t>
            </a:r>
            <a:endParaRPr lang="en-US" sz="4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865" y="2108041"/>
            <a:ext cx="4029607" cy="3489195"/>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5636" y="2108041"/>
            <a:ext cx="3937892" cy="348919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7927" y="2108041"/>
            <a:ext cx="3965602" cy="3489195"/>
          </a:xfrm>
          <a:prstGeom prst="rect">
            <a:avLst/>
          </a:prstGeom>
        </p:spPr>
      </p:pic>
      <p:pic>
        <p:nvPicPr>
          <p:cNvPr id="7" name="Picture 6">
            <a:extLst>
              <a:ext uri="{FF2B5EF4-FFF2-40B4-BE49-F238E27FC236}">
                <a16:creationId xmlns:a16="http://schemas.microsoft.com/office/drawing/2014/main" id="{93B32C52-B1CF-CA7F-BCA6-BF6D61FCF830}"/>
              </a:ext>
            </a:extLst>
          </p:cNvPr>
          <p:cNvPicPr>
            <a:picLocks noChangeAspect="1"/>
          </p:cNvPicPr>
          <p:nvPr/>
        </p:nvPicPr>
        <p:blipFill>
          <a:blip r:embed="rId5"/>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39938482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0" y="804519"/>
            <a:ext cx="7397254" cy="968863"/>
          </a:xfrm>
        </p:spPr>
        <p:txBody>
          <a:bodyPr>
            <a:normAutofit/>
          </a:bodyPr>
          <a:lstStyle/>
          <a:p>
            <a:r>
              <a:rPr lang="en-US" sz="4000" b="1" dirty="0">
                <a:solidFill>
                  <a:srgbClr val="00B0F0"/>
                </a:solidFill>
              </a:rPr>
              <a:t>Students Feedback</a:t>
            </a:r>
            <a:endParaRPr lang="en-US" sz="40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1557" y="2149605"/>
            <a:ext cx="3988043" cy="3572322"/>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1192" y="2106255"/>
            <a:ext cx="4007165" cy="365902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2756" y="2106255"/>
            <a:ext cx="3900046" cy="3615672"/>
          </a:xfrm>
          <a:prstGeom prst="rect">
            <a:avLst/>
          </a:prstGeom>
        </p:spPr>
      </p:pic>
      <p:pic>
        <p:nvPicPr>
          <p:cNvPr id="8" name="Picture 7">
            <a:extLst>
              <a:ext uri="{FF2B5EF4-FFF2-40B4-BE49-F238E27FC236}">
                <a16:creationId xmlns:a16="http://schemas.microsoft.com/office/drawing/2014/main" id="{93B32C52-B1CF-CA7F-BCA6-BF6D61FCF830}"/>
              </a:ext>
            </a:extLst>
          </p:cNvPr>
          <p:cNvPicPr>
            <a:picLocks noChangeAspect="1"/>
          </p:cNvPicPr>
          <p:nvPr/>
        </p:nvPicPr>
        <p:blipFill>
          <a:blip r:embed="rId5"/>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33693814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7381" y="1033595"/>
            <a:ext cx="7729763" cy="830317"/>
          </a:xfrm>
        </p:spPr>
        <p:txBody>
          <a:bodyPr>
            <a:normAutofit/>
          </a:bodyPr>
          <a:lstStyle/>
          <a:p>
            <a:r>
              <a:rPr lang="en-US" sz="4400" b="1" dirty="0" smtClean="0">
                <a:solidFill>
                  <a:srgbClr val="00B0F0"/>
                </a:solidFill>
              </a:rPr>
              <a:t>Current Openings</a:t>
            </a:r>
            <a:endParaRPr lang="en-US" sz="4400" b="1" dirty="0">
              <a:solidFill>
                <a:srgbClr val="00B0F0"/>
              </a:solidFill>
            </a:endParaRPr>
          </a:p>
        </p:txBody>
      </p:sp>
      <p:sp>
        <p:nvSpPr>
          <p:cNvPr id="3" name="Content Placeholder 2"/>
          <p:cNvSpPr>
            <a:spLocks noGrp="1"/>
          </p:cNvSpPr>
          <p:nvPr>
            <p:ph idx="1"/>
          </p:nvPr>
        </p:nvSpPr>
        <p:spPr>
          <a:xfrm>
            <a:off x="1326339" y="2230580"/>
            <a:ext cx="5171443" cy="3616037"/>
          </a:xfrm>
        </p:spPr>
        <p:txBody>
          <a:bodyPr>
            <a:normAutofit/>
          </a:bodyPr>
          <a:lstStyle/>
          <a:p>
            <a:pPr marL="0" indent="0">
              <a:buNone/>
            </a:pPr>
            <a:r>
              <a:rPr lang="en-US" sz="2800" b="1" dirty="0">
                <a:solidFill>
                  <a:schemeClr val="accent2"/>
                </a:solidFill>
              </a:rPr>
              <a:t>IT Support System Admin</a:t>
            </a:r>
          </a:p>
          <a:p>
            <a:pPr marL="457200" lvl="1" indent="0">
              <a:buNone/>
            </a:pPr>
            <a:r>
              <a:rPr lang="en-US" sz="2400" b="1" dirty="0" smtClean="0"/>
              <a:t>Company   :     </a:t>
            </a:r>
            <a:r>
              <a:rPr lang="en-US" sz="2400" b="1" dirty="0" err="1" smtClean="0"/>
              <a:t>ZeOmega</a:t>
            </a:r>
            <a:endParaRPr lang="en-US" sz="2400" b="1" dirty="0" smtClean="0"/>
          </a:p>
          <a:p>
            <a:pPr marL="457200" lvl="1" indent="0">
              <a:buNone/>
            </a:pPr>
            <a:r>
              <a:rPr lang="en-US" sz="2400" b="1" dirty="0" smtClean="0"/>
              <a:t>Experience :     0-2 years</a:t>
            </a:r>
          </a:p>
          <a:p>
            <a:pPr marL="457200" lvl="1" indent="0">
              <a:buNone/>
            </a:pPr>
            <a:r>
              <a:rPr lang="en-US" sz="2400" b="1" dirty="0" smtClean="0"/>
              <a:t>Salary         :     1.8 LPA – 3 LPA</a:t>
            </a:r>
          </a:p>
          <a:p>
            <a:pPr marL="457200" lvl="1" indent="0">
              <a:buNone/>
            </a:pPr>
            <a:r>
              <a:rPr lang="en-US" sz="2400" b="1" dirty="0" smtClean="0"/>
              <a:t>Location     </a:t>
            </a:r>
            <a:r>
              <a:rPr lang="en-US" sz="2400" b="1" dirty="0"/>
              <a:t>:  </a:t>
            </a:r>
            <a:r>
              <a:rPr lang="en-US" sz="2400" b="1" dirty="0" smtClean="0"/>
              <a:t>   </a:t>
            </a:r>
            <a:r>
              <a:rPr lang="en-US" sz="2400" b="1" dirty="0" err="1" smtClean="0"/>
              <a:t>Basvangudi</a:t>
            </a:r>
            <a:r>
              <a:rPr lang="en-US" sz="2400" b="1" dirty="0"/>
              <a:t>, </a:t>
            </a:r>
            <a:r>
              <a:rPr lang="en-US" sz="2400" b="1" dirty="0" smtClean="0"/>
              <a:t>Bangalore</a:t>
            </a:r>
            <a:r>
              <a:rPr lang="en-US" sz="2800" b="1" dirty="0" smtClean="0"/>
              <a:t>.</a:t>
            </a:r>
          </a:p>
        </p:txBody>
      </p:sp>
      <p:sp>
        <p:nvSpPr>
          <p:cNvPr id="4" name="Content Placeholder 2"/>
          <p:cNvSpPr txBox="1">
            <a:spLocks/>
          </p:cNvSpPr>
          <p:nvPr/>
        </p:nvSpPr>
        <p:spPr>
          <a:xfrm>
            <a:off x="5926048" y="2424545"/>
            <a:ext cx="5753333" cy="3616037"/>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endParaRPr lang="en-US" sz="2800" b="1" dirty="0" smtClean="0"/>
          </a:p>
        </p:txBody>
      </p:sp>
      <p:sp>
        <p:nvSpPr>
          <p:cNvPr id="5" name="Content Placeholder 2"/>
          <p:cNvSpPr txBox="1">
            <a:spLocks/>
          </p:cNvSpPr>
          <p:nvPr/>
        </p:nvSpPr>
        <p:spPr>
          <a:xfrm>
            <a:off x="6327828" y="2230579"/>
            <a:ext cx="5171443" cy="3616037"/>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800" b="1" dirty="0" smtClean="0">
                <a:solidFill>
                  <a:schemeClr val="accent2"/>
                </a:solidFill>
              </a:rPr>
              <a:t>DevOps Engineer </a:t>
            </a:r>
          </a:p>
          <a:p>
            <a:pPr marL="0" indent="0">
              <a:buFont typeface="Arial" panose="020B0604020202020204" pitchFamily="34" charset="0"/>
              <a:buNone/>
            </a:pPr>
            <a:r>
              <a:rPr lang="en-US" sz="2400" b="1" dirty="0" smtClean="0"/>
              <a:t>     Company   :     Infineon Tech.</a:t>
            </a:r>
          </a:p>
          <a:p>
            <a:pPr marL="457200" lvl="1" indent="0">
              <a:buFont typeface="Arial" panose="020B0604020202020204" pitchFamily="34" charset="0"/>
              <a:buNone/>
            </a:pPr>
            <a:r>
              <a:rPr lang="en-US" sz="2400" b="1" dirty="0" smtClean="0"/>
              <a:t>Experience :     3 years</a:t>
            </a:r>
          </a:p>
          <a:p>
            <a:pPr marL="457200" lvl="1" indent="0">
              <a:buFont typeface="Arial" panose="020B0604020202020204" pitchFamily="34" charset="0"/>
              <a:buNone/>
            </a:pPr>
            <a:r>
              <a:rPr lang="en-US" sz="2400" b="1" dirty="0" smtClean="0"/>
              <a:t>Salary         :     8 LPA </a:t>
            </a:r>
          </a:p>
          <a:p>
            <a:pPr marL="457200" lvl="1" indent="0">
              <a:buFont typeface="Arial" panose="020B0604020202020204" pitchFamily="34" charset="0"/>
              <a:buNone/>
            </a:pPr>
            <a:r>
              <a:rPr lang="en-US" sz="2400" b="1" dirty="0" smtClean="0"/>
              <a:t>Location     :     Bangalore</a:t>
            </a:r>
            <a:r>
              <a:rPr lang="en-US" sz="2800" b="1" dirty="0" smtClean="0"/>
              <a:t>.</a:t>
            </a:r>
          </a:p>
        </p:txBody>
      </p:sp>
      <p:pic>
        <p:nvPicPr>
          <p:cNvPr id="6" name="Picture 5">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23458669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0624" y="2237405"/>
            <a:ext cx="4866103" cy="3450613"/>
          </a:xfrm>
        </p:spPr>
        <p:txBody>
          <a:bodyPr/>
          <a:lstStyle/>
          <a:p>
            <a:pPr marL="0" indent="0">
              <a:buNone/>
            </a:pPr>
            <a:r>
              <a:rPr lang="en-US" sz="3200" b="1" dirty="0">
                <a:solidFill>
                  <a:schemeClr val="accent2"/>
                </a:solidFill>
              </a:rPr>
              <a:t>Network Engineer</a:t>
            </a:r>
            <a:endParaRPr lang="en-US" sz="3200" b="1" dirty="0" smtClean="0">
              <a:solidFill>
                <a:schemeClr val="accent2"/>
              </a:solidFill>
            </a:endParaRPr>
          </a:p>
          <a:p>
            <a:pPr marL="457200" lvl="1" indent="0">
              <a:buNone/>
            </a:pPr>
            <a:r>
              <a:rPr lang="en-US" sz="2400" b="1" dirty="0" smtClean="0"/>
              <a:t>Company   :   Harman India</a:t>
            </a:r>
          </a:p>
          <a:p>
            <a:pPr marL="457200" lvl="1" indent="0">
              <a:buNone/>
            </a:pPr>
            <a:r>
              <a:rPr lang="en-US" sz="2400" b="1" dirty="0" smtClean="0"/>
              <a:t>Experience :   3 YEARS</a:t>
            </a:r>
          </a:p>
          <a:p>
            <a:pPr marL="457200" lvl="1" indent="0">
              <a:buNone/>
            </a:pPr>
            <a:r>
              <a:rPr lang="en-US" sz="2400" b="1" dirty="0" smtClean="0"/>
              <a:t>Salary         :    3 LPA – 6 LPA  </a:t>
            </a:r>
          </a:p>
          <a:p>
            <a:pPr marL="457200" lvl="1" indent="0">
              <a:buNone/>
            </a:pPr>
            <a:r>
              <a:rPr lang="en-US" sz="2400" b="1" dirty="0" smtClean="0"/>
              <a:t>Location     </a:t>
            </a:r>
            <a:r>
              <a:rPr lang="en-US" sz="2400" b="1" dirty="0"/>
              <a:t>: </a:t>
            </a:r>
            <a:r>
              <a:rPr lang="en-US" sz="2400" b="1" dirty="0" smtClean="0"/>
              <a:t>  </a:t>
            </a:r>
            <a:r>
              <a:rPr lang="en-US" sz="2400" b="1" dirty="0"/>
              <a:t>Bangalore</a:t>
            </a:r>
          </a:p>
        </p:txBody>
      </p:sp>
      <p:sp>
        <p:nvSpPr>
          <p:cNvPr id="4" name="Title 1"/>
          <p:cNvSpPr>
            <a:spLocks noGrp="1"/>
          </p:cNvSpPr>
          <p:nvPr>
            <p:ph type="title"/>
          </p:nvPr>
        </p:nvSpPr>
        <p:spPr>
          <a:xfrm>
            <a:off x="3325090" y="804519"/>
            <a:ext cx="7729763" cy="982717"/>
          </a:xfrm>
        </p:spPr>
        <p:txBody>
          <a:bodyPr>
            <a:normAutofit/>
          </a:bodyPr>
          <a:lstStyle/>
          <a:p>
            <a:r>
              <a:rPr lang="en-US" sz="4400" b="1" dirty="0" smtClean="0">
                <a:solidFill>
                  <a:srgbClr val="00B0F0"/>
                </a:solidFill>
              </a:rPr>
              <a:t>Current Openings</a:t>
            </a:r>
            <a:endParaRPr lang="en-US" sz="4400" b="1" dirty="0">
              <a:solidFill>
                <a:srgbClr val="00B0F0"/>
              </a:solidFill>
            </a:endParaRPr>
          </a:p>
        </p:txBody>
      </p:sp>
      <p:sp>
        <p:nvSpPr>
          <p:cNvPr id="5" name="Content Placeholder 2"/>
          <p:cNvSpPr txBox="1">
            <a:spLocks/>
          </p:cNvSpPr>
          <p:nvPr/>
        </p:nvSpPr>
        <p:spPr>
          <a:xfrm>
            <a:off x="6026727" y="2313605"/>
            <a:ext cx="5666509" cy="329821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r>
              <a:rPr lang="en-US" sz="2800" b="1" dirty="0">
                <a:solidFill>
                  <a:schemeClr val="accent2"/>
                </a:solidFill>
              </a:rPr>
              <a:t>AWS Network &amp; Server Engineer</a:t>
            </a:r>
          </a:p>
          <a:p>
            <a:pPr marL="0" indent="0">
              <a:buNone/>
            </a:pPr>
            <a:r>
              <a:rPr lang="en-US" sz="2400" b="1" dirty="0"/>
              <a:t>      Company   :    Infiniti  Research Ltd.</a:t>
            </a:r>
          </a:p>
          <a:p>
            <a:pPr marL="457200" lvl="1" indent="0">
              <a:buNone/>
            </a:pPr>
            <a:r>
              <a:rPr lang="en-US" sz="2400" b="1" dirty="0"/>
              <a:t>Experience :     2 years</a:t>
            </a:r>
          </a:p>
          <a:p>
            <a:pPr marL="457200" lvl="1" indent="0">
              <a:buNone/>
            </a:pPr>
            <a:r>
              <a:rPr lang="en-US" sz="2400" b="1" dirty="0"/>
              <a:t>Salary         :     3 LPA – 5 LPA</a:t>
            </a:r>
          </a:p>
          <a:p>
            <a:pPr marL="457200" lvl="1" indent="0">
              <a:buNone/>
            </a:pPr>
            <a:r>
              <a:rPr lang="en-US" sz="2400" b="1" dirty="0"/>
              <a:t>Location     :     Bangalore</a:t>
            </a:r>
            <a:r>
              <a:rPr lang="en-US" sz="2800" b="1" dirty="0"/>
              <a:t>.</a:t>
            </a:r>
          </a:p>
        </p:txBody>
      </p:sp>
      <p:pic>
        <p:nvPicPr>
          <p:cNvPr id="6" name="Picture 5">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19735532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380508" y="804519"/>
            <a:ext cx="7674345" cy="913445"/>
          </a:xfrm>
        </p:spPr>
        <p:txBody>
          <a:bodyPr>
            <a:normAutofit/>
          </a:bodyPr>
          <a:lstStyle/>
          <a:p>
            <a:r>
              <a:rPr lang="en-US" sz="4400" b="1" dirty="0" smtClean="0">
                <a:solidFill>
                  <a:srgbClr val="00B0F0"/>
                </a:solidFill>
              </a:rPr>
              <a:t>Current Openings</a:t>
            </a:r>
            <a:endParaRPr lang="en-US" sz="4400" b="1" dirty="0">
              <a:solidFill>
                <a:srgbClr val="00B0F0"/>
              </a:solidFill>
            </a:endParaRPr>
          </a:p>
        </p:txBody>
      </p:sp>
      <p:sp>
        <p:nvSpPr>
          <p:cNvPr id="5" name="Content Placeholder 2"/>
          <p:cNvSpPr>
            <a:spLocks noGrp="1"/>
          </p:cNvSpPr>
          <p:nvPr>
            <p:ph idx="1"/>
          </p:nvPr>
        </p:nvSpPr>
        <p:spPr>
          <a:xfrm>
            <a:off x="1534696" y="2015732"/>
            <a:ext cx="4810686" cy="3450613"/>
          </a:xfrm>
        </p:spPr>
        <p:txBody>
          <a:bodyPr/>
          <a:lstStyle/>
          <a:p>
            <a:pPr marL="0" indent="0">
              <a:buNone/>
            </a:pPr>
            <a:r>
              <a:rPr lang="en-US" sz="3200" b="1" dirty="0" smtClean="0">
                <a:solidFill>
                  <a:schemeClr val="accent2"/>
                </a:solidFill>
              </a:rPr>
              <a:t>Software Developer</a:t>
            </a:r>
          </a:p>
          <a:p>
            <a:pPr marL="457200" lvl="1" indent="0">
              <a:buNone/>
            </a:pPr>
            <a:r>
              <a:rPr lang="en-US" sz="2400" b="1" dirty="0" smtClean="0"/>
              <a:t>Company   :   NTT DATA</a:t>
            </a:r>
          </a:p>
          <a:p>
            <a:pPr marL="457200" lvl="1" indent="0">
              <a:buNone/>
            </a:pPr>
            <a:r>
              <a:rPr lang="en-US" sz="2400" b="1" dirty="0" smtClean="0"/>
              <a:t>Experience :   0-2 YEARS</a:t>
            </a:r>
          </a:p>
          <a:p>
            <a:pPr marL="457200" lvl="1" indent="0">
              <a:buNone/>
            </a:pPr>
            <a:r>
              <a:rPr lang="en-US" sz="2400" b="1" dirty="0" smtClean="0"/>
              <a:t>Salary         :    3 LPA – 6 LPA  </a:t>
            </a:r>
          </a:p>
          <a:p>
            <a:pPr marL="457200" lvl="1" indent="0">
              <a:buNone/>
            </a:pPr>
            <a:r>
              <a:rPr lang="en-US" sz="2400" b="1" dirty="0" smtClean="0"/>
              <a:t>Location     </a:t>
            </a:r>
            <a:r>
              <a:rPr lang="en-US" sz="2400" b="1" dirty="0"/>
              <a:t>: </a:t>
            </a:r>
            <a:r>
              <a:rPr lang="en-US" sz="2400" b="1" dirty="0" smtClean="0"/>
              <a:t>  </a:t>
            </a:r>
            <a:r>
              <a:rPr lang="en-US" sz="2400" b="1" dirty="0"/>
              <a:t>Bangalore</a:t>
            </a:r>
          </a:p>
        </p:txBody>
      </p:sp>
      <p:sp>
        <p:nvSpPr>
          <p:cNvPr id="6" name="Content Placeholder 2"/>
          <p:cNvSpPr txBox="1">
            <a:spLocks/>
          </p:cNvSpPr>
          <p:nvPr/>
        </p:nvSpPr>
        <p:spPr>
          <a:xfrm>
            <a:off x="6716296" y="2015731"/>
            <a:ext cx="4866103" cy="345061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3200" b="1" dirty="0" smtClean="0">
                <a:solidFill>
                  <a:schemeClr val="accent2"/>
                </a:solidFill>
              </a:rPr>
              <a:t>Java Developer</a:t>
            </a:r>
          </a:p>
          <a:p>
            <a:pPr marL="457200" lvl="1" indent="0">
              <a:buFont typeface="Arial" panose="020B0604020202020204" pitchFamily="34" charset="0"/>
              <a:buNone/>
            </a:pPr>
            <a:r>
              <a:rPr lang="en-US" sz="2400" b="1" dirty="0" smtClean="0"/>
              <a:t>Company   :   </a:t>
            </a:r>
            <a:r>
              <a:rPr lang="en-US" sz="2400" b="1" dirty="0" err="1" smtClean="0"/>
              <a:t>Xformics</a:t>
            </a:r>
            <a:r>
              <a:rPr lang="en-US" sz="2400" b="1" dirty="0" smtClean="0"/>
              <a:t> Inc.</a:t>
            </a:r>
          </a:p>
          <a:p>
            <a:pPr marL="457200" lvl="1" indent="0">
              <a:buFont typeface="Arial" panose="020B0604020202020204" pitchFamily="34" charset="0"/>
              <a:buNone/>
            </a:pPr>
            <a:r>
              <a:rPr lang="en-US" sz="2400" b="1" dirty="0" smtClean="0"/>
              <a:t>Experience :   3-5 YEARS</a:t>
            </a:r>
          </a:p>
          <a:p>
            <a:pPr marL="457200" lvl="1" indent="0">
              <a:buFont typeface="Arial" panose="020B0604020202020204" pitchFamily="34" charset="0"/>
              <a:buNone/>
            </a:pPr>
            <a:r>
              <a:rPr lang="en-US" sz="2400" b="1" dirty="0" smtClean="0"/>
              <a:t>Salary         :    6 LPA – 9 LPA  </a:t>
            </a:r>
          </a:p>
          <a:p>
            <a:pPr marL="457200" lvl="1" indent="0">
              <a:buFont typeface="Arial" panose="020B0604020202020204" pitchFamily="34" charset="0"/>
              <a:buNone/>
            </a:pPr>
            <a:r>
              <a:rPr lang="en-US" sz="2400" b="1" dirty="0" smtClean="0"/>
              <a:t>Location     :   Bangalore</a:t>
            </a:r>
            <a:endParaRPr lang="en-US" sz="2400" b="1" dirty="0"/>
          </a:p>
        </p:txBody>
      </p:sp>
      <p:pic>
        <p:nvPicPr>
          <p:cNvPr id="7" name="Picture 6">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19316048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743200" y="802298"/>
            <a:ext cx="8311652" cy="2541431"/>
          </a:xfrm>
        </p:spPr>
        <p:txBody>
          <a:bodyPr>
            <a:normAutofit/>
          </a:bodyPr>
          <a:lstStyle/>
          <a:p>
            <a:r>
              <a:rPr lang="en-US" sz="8000" b="1" dirty="0" smtClean="0">
                <a:ln w="0"/>
                <a:solidFill>
                  <a:srgbClr val="00B0F0"/>
                </a:solidFill>
                <a:effectLst>
                  <a:outerShdw blurRad="38100" dist="19050" dir="2700000" algn="tl" rotWithShape="0">
                    <a:schemeClr val="dk1">
                      <a:alpha val="40000"/>
                    </a:schemeClr>
                  </a:outerShdw>
                </a:effectLst>
                <a:latin typeface="MontserratLinotype"/>
              </a:rPr>
              <a:t>Thank You</a:t>
            </a:r>
            <a:endParaRPr lang="en-US" sz="8000" dirty="0"/>
          </a:p>
        </p:txBody>
      </p:sp>
      <p:pic>
        <p:nvPicPr>
          <p:cNvPr id="6" name="Picture 5">
            <a:extLst>
              <a:ext uri="{FF2B5EF4-FFF2-40B4-BE49-F238E27FC236}">
                <a16:creationId xmlns:a16="http://schemas.microsoft.com/office/drawing/2014/main" id="{93B32C52-B1CF-CA7F-BCA6-BF6D61FCF830}"/>
              </a:ext>
            </a:extLst>
          </p:cNvPr>
          <p:cNvPicPr>
            <a:picLocks noChangeAspect="1"/>
          </p:cNvPicPr>
          <p:nvPr/>
        </p:nvPicPr>
        <p:blipFill>
          <a:blip r:embed="rId2"/>
          <a:stretch>
            <a:fillRect/>
          </a:stretch>
        </p:blipFill>
        <p:spPr>
          <a:xfrm>
            <a:off x="9712036" y="41269"/>
            <a:ext cx="2334363" cy="1091708"/>
          </a:xfrm>
          <a:prstGeom prst="rect">
            <a:avLst/>
          </a:prstGeom>
        </p:spPr>
      </p:pic>
    </p:spTree>
    <p:extLst>
      <p:ext uri="{BB962C8B-B14F-4D97-AF65-F5344CB8AC3E}">
        <p14:creationId xmlns:p14="http://schemas.microsoft.com/office/powerpoint/2010/main" val="3787193022"/>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Gallery</Template>
  <TotalTime>269</TotalTime>
  <Words>1320</Words>
  <Application>Microsoft Office PowerPoint</Application>
  <PresentationFormat>Widescreen</PresentationFormat>
  <Paragraphs>124</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MontserratLinotype</vt:lpstr>
      <vt:lpstr>Palatino Linotype</vt:lpstr>
      <vt:lpstr>Times New Roman</vt:lpstr>
      <vt:lpstr>Gallery</vt:lpstr>
      <vt:lpstr>WELCOME TO</vt:lpstr>
      <vt:lpstr>                        INTRODUCTION</vt:lpstr>
      <vt:lpstr>IT COURSES WE OFFERED</vt:lpstr>
      <vt:lpstr>Hardware &amp; Networking</vt:lpstr>
      <vt:lpstr>Cloud Computing</vt:lpstr>
      <vt:lpstr>Software Training</vt:lpstr>
      <vt:lpstr>HARDWARE ESSENTIALS(A+)</vt:lpstr>
      <vt:lpstr>NETWORKING ESSENTIALS(N+)</vt:lpstr>
      <vt:lpstr>CCNA </vt:lpstr>
      <vt:lpstr>CCNP</vt:lpstr>
      <vt:lpstr>Linux – RHCSA</vt:lpstr>
      <vt:lpstr>AWS - SAA</vt:lpstr>
      <vt:lpstr>DevOps</vt:lpstr>
      <vt:lpstr>Azure – 900 &amp; 104</vt:lpstr>
      <vt:lpstr>C &amp; C++</vt:lpstr>
      <vt:lpstr>Python</vt:lpstr>
      <vt:lpstr>Java – Core &amp; Advance</vt:lpstr>
      <vt:lpstr>Java Full Stack</vt:lpstr>
      <vt:lpstr>   OUR FACULTY</vt:lpstr>
      <vt:lpstr>Cloud Trainer</vt:lpstr>
      <vt:lpstr>Hardare &amp; Networking Trainer</vt:lpstr>
      <vt:lpstr>Software Trainer</vt:lpstr>
      <vt:lpstr>Student Placed</vt:lpstr>
      <vt:lpstr>Student Placed</vt:lpstr>
      <vt:lpstr>Student Placed</vt:lpstr>
      <vt:lpstr>Students Feedback</vt:lpstr>
      <vt:lpstr>Students Feedback</vt:lpstr>
      <vt:lpstr>Students Feedback</vt:lpstr>
      <vt:lpstr>Current Openings</vt:lpstr>
      <vt:lpstr>Current Openings</vt:lpstr>
      <vt:lpstr>Current Openings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HR-PC</dc:creator>
  <cp:lastModifiedBy>Admin</cp:lastModifiedBy>
  <cp:revision>233</cp:revision>
  <dcterms:created xsi:type="dcterms:W3CDTF">2024-10-10T09:14:28Z</dcterms:created>
  <dcterms:modified xsi:type="dcterms:W3CDTF">2024-10-23T08:49:17Z</dcterms:modified>
</cp:coreProperties>
</file>